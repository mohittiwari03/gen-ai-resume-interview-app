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" charset="1" panose="020F0502020204030204"/>
      <p:regular r:id="rId20"/>
    </p:embeddedFont>
    <p:embeddedFont>
      <p:font typeface="Arial Bold" charset="1" panose="020B0704020202020204"/>
      <p:regular r:id="rId21"/>
    </p:embeddedFont>
    <p:embeddedFont>
      <p:font typeface="Arial" charset="1" panose="020B0604020202020204"/>
      <p:regular r:id="rId22"/>
    </p:embeddedFont>
    <p:embeddedFont>
      <p:font typeface="Calibri (MS) Bold" charset="1" panose="020F07020304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607" y="993143"/>
            <a:ext cx="354587" cy="125987"/>
            <a:chOff x="0" y="0"/>
            <a:chExt cx="472783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607" y="1377191"/>
            <a:ext cx="354587" cy="125987"/>
            <a:chOff x="0" y="0"/>
            <a:chExt cx="472783" cy="167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07" y="1761239"/>
            <a:ext cx="354587" cy="125987"/>
            <a:chOff x="0" y="0"/>
            <a:chExt cx="472783" cy="167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3607" y="2145287"/>
            <a:ext cx="354587" cy="125987"/>
            <a:chOff x="0" y="0"/>
            <a:chExt cx="472783" cy="167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3607" y="2529335"/>
            <a:ext cx="354587" cy="125987"/>
            <a:chOff x="0" y="0"/>
            <a:chExt cx="472783" cy="1679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607" y="2913383"/>
            <a:ext cx="354587" cy="125987"/>
            <a:chOff x="0" y="0"/>
            <a:chExt cx="472783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607" y="3297431"/>
            <a:ext cx="354587" cy="125987"/>
            <a:chOff x="0" y="0"/>
            <a:chExt cx="472783" cy="1679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607" y="3681479"/>
            <a:ext cx="354587" cy="125987"/>
            <a:chOff x="0" y="0"/>
            <a:chExt cx="472783" cy="167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3607" y="4065527"/>
            <a:ext cx="354587" cy="125987"/>
            <a:chOff x="0" y="0"/>
            <a:chExt cx="472783" cy="167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607" y="4449575"/>
            <a:ext cx="354587" cy="125987"/>
            <a:chOff x="0" y="0"/>
            <a:chExt cx="472783" cy="1679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3607" y="4833623"/>
            <a:ext cx="354587" cy="125987"/>
            <a:chOff x="0" y="0"/>
            <a:chExt cx="472783" cy="1679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3607" y="5217671"/>
            <a:ext cx="354587" cy="125987"/>
            <a:chOff x="0" y="0"/>
            <a:chExt cx="472783" cy="1679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3607" y="5601719"/>
            <a:ext cx="354587" cy="125987"/>
            <a:chOff x="0" y="0"/>
            <a:chExt cx="472783" cy="167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" y="182880"/>
            <a:ext cx="2377440" cy="1316736"/>
            <a:chOff x="0" y="0"/>
            <a:chExt cx="3169920" cy="1755648"/>
          </a:xfrm>
        </p:grpSpPr>
        <p:sp>
          <p:nvSpPr>
            <p:cNvPr name="Freeform 42" id="42" descr="/home/claude/srgi_logo.png"/>
            <p:cNvSpPr/>
            <p:nvPr/>
          </p:nvSpPr>
          <p:spPr>
            <a:xfrm flipH="false" flipV="false" rot="0">
              <a:off x="0" y="0"/>
              <a:ext cx="31699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755648"/>
                  </a:lnTo>
                  <a:lnTo>
                    <a:pt x="0" y="175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7" r="0" b="-217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328416" y="256032"/>
            <a:ext cx="10607040" cy="512064"/>
            <a:chOff x="0" y="0"/>
            <a:chExt cx="1414272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142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4142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SRGI, JABALPUR  |  B.Tech CSE  |  VIII Semester  |  2025–2026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328416" y="804672"/>
            <a:ext cx="10607040" cy="457200"/>
            <a:chOff x="0" y="0"/>
            <a:chExt cx="1414272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142720" cy="609600"/>
            </a:xfrm>
            <a:custGeom>
              <a:avLst/>
              <a:gdLst/>
              <a:ahLst/>
              <a:cxnLst/>
              <a:rect r="r" b="b" t="t" l="l"/>
              <a:pathLst>
                <a:path h="609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052" r="0" b="-4020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41427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CC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by: [Student Name], [Student Name] &amp; [Student Name]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94944" y="1975104"/>
            <a:ext cx="16824960" cy="1609344"/>
            <a:chOff x="0" y="0"/>
            <a:chExt cx="22433280" cy="2145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433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2433280" cy="2193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 spc="2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GEN-AI RESUME &amp;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94944" y="3621024"/>
            <a:ext cx="16824960" cy="1609344"/>
            <a:chOff x="0" y="0"/>
            <a:chExt cx="22433280" cy="21457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433280" cy="2145792"/>
            </a:xfrm>
            <a:custGeom>
              <a:avLst/>
              <a:gdLst/>
              <a:ahLst/>
              <a:cxnLst/>
              <a:rect r="r" b="b" t="t" l="l"/>
              <a:pathLst>
                <a:path h="21457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22433280" cy="2174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b="true" sz="8400" spc="200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INTERVIEW PREP APP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94944" y="5486400"/>
            <a:ext cx="11338560" cy="640080"/>
            <a:chOff x="0" y="0"/>
            <a:chExt cx="1511808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118080" cy="853440"/>
            </a:xfrm>
            <a:custGeom>
              <a:avLst/>
              <a:gdLst/>
              <a:ahLst/>
              <a:cxnLst/>
              <a:rect r="r" b="b" t="t" l="l"/>
              <a:pathLst>
                <a:path h="853440" w="15118080">
                  <a:moveTo>
                    <a:pt x="0" y="0"/>
                  </a:moveTo>
                  <a:lnTo>
                    <a:pt x="15118080" y="0"/>
                  </a:lnTo>
                  <a:lnTo>
                    <a:pt x="15118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5163" r="0" b="-2951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51180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Powered by Google Gemini AI  ·  MERN Stack  ·  SRGI Jabalpur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161520" y="5449824"/>
            <a:ext cx="731520" cy="548640"/>
            <a:chOff x="0" y="0"/>
            <a:chExt cx="97536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00406" y="9527286"/>
            <a:ext cx="17887188" cy="605028"/>
            <a:chOff x="0" y="0"/>
            <a:chExt cx="23849584" cy="80670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25400" y="25400"/>
              <a:ext cx="23798785" cy="755904"/>
            </a:xfrm>
            <a:custGeom>
              <a:avLst/>
              <a:gdLst/>
              <a:ahLst/>
              <a:cxnLst/>
              <a:rect r="r" b="b" t="t" l="l"/>
              <a:pathLst>
                <a:path h="755904" w="23798785">
                  <a:moveTo>
                    <a:pt x="0" y="365760"/>
                  </a:moveTo>
                  <a:cubicBezTo>
                    <a:pt x="0" y="163703"/>
                    <a:pt x="174371" y="0"/>
                    <a:pt x="389509" y="0"/>
                  </a:cubicBezTo>
                  <a:lnTo>
                    <a:pt x="23409275" y="0"/>
                  </a:lnTo>
                  <a:cubicBezTo>
                    <a:pt x="23624414" y="0"/>
                    <a:pt x="23798785" y="163703"/>
                    <a:pt x="23798785" y="365760"/>
                  </a:cubicBezTo>
                  <a:lnTo>
                    <a:pt x="23798785" y="390144"/>
                  </a:lnTo>
                  <a:cubicBezTo>
                    <a:pt x="23798785" y="592201"/>
                    <a:pt x="23624414" y="755904"/>
                    <a:pt x="23409275" y="755904"/>
                  </a:cubicBezTo>
                  <a:lnTo>
                    <a:pt x="389509" y="755904"/>
                  </a:lnTo>
                  <a:cubicBezTo>
                    <a:pt x="174371" y="755904"/>
                    <a:pt x="0" y="592201"/>
                    <a:pt x="0" y="390144"/>
                  </a:cubicBez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849585" cy="806704"/>
            </a:xfrm>
            <a:custGeom>
              <a:avLst/>
              <a:gdLst/>
              <a:ahLst/>
              <a:cxnLst/>
              <a:rect r="r" b="b" t="t" l="l"/>
              <a:pathLst>
                <a:path h="806704" w="23849585">
                  <a:moveTo>
                    <a:pt x="0" y="391160"/>
                  </a:moveTo>
                  <a:cubicBezTo>
                    <a:pt x="0" y="173609"/>
                    <a:pt x="187325" y="0"/>
                    <a:pt x="414909" y="0"/>
                  </a:cubicBezTo>
                  <a:lnTo>
                    <a:pt x="23434675" y="0"/>
                  </a:lnTo>
                  <a:lnTo>
                    <a:pt x="23434675" y="25400"/>
                  </a:lnTo>
                  <a:lnTo>
                    <a:pt x="23434675" y="0"/>
                  </a:lnTo>
                  <a:cubicBezTo>
                    <a:pt x="23662260" y="0"/>
                    <a:pt x="23849585" y="173609"/>
                    <a:pt x="23849585" y="391160"/>
                  </a:cubicBezTo>
                  <a:lnTo>
                    <a:pt x="23824185" y="391160"/>
                  </a:lnTo>
                  <a:lnTo>
                    <a:pt x="23849585" y="391160"/>
                  </a:lnTo>
                  <a:lnTo>
                    <a:pt x="23849585" y="415544"/>
                  </a:lnTo>
                  <a:lnTo>
                    <a:pt x="23824185" y="415544"/>
                  </a:lnTo>
                  <a:lnTo>
                    <a:pt x="23849585" y="415544"/>
                  </a:lnTo>
                  <a:cubicBezTo>
                    <a:pt x="23849585" y="633095"/>
                    <a:pt x="23662260" y="806704"/>
                    <a:pt x="23434675" y="806704"/>
                  </a:cubicBezTo>
                  <a:lnTo>
                    <a:pt x="23434675" y="781304"/>
                  </a:lnTo>
                  <a:lnTo>
                    <a:pt x="23434675" y="806704"/>
                  </a:lnTo>
                  <a:lnTo>
                    <a:pt x="414909" y="806704"/>
                  </a:lnTo>
                  <a:lnTo>
                    <a:pt x="414909" y="781304"/>
                  </a:lnTo>
                  <a:lnTo>
                    <a:pt x="414909" y="806704"/>
                  </a:lnTo>
                  <a:cubicBezTo>
                    <a:pt x="187325" y="806704"/>
                    <a:pt x="0" y="633095"/>
                    <a:pt x="0" y="415544"/>
                  </a:cubicBezTo>
                  <a:lnTo>
                    <a:pt x="0" y="391160"/>
                  </a:lnTo>
                  <a:lnTo>
                    <a:pt x="25400" y="391160"/>
                  </a:lnTo>
                  <a:lnTo>
                    <a:pt x="0" y="391160"/>
                  </a:lnTo>
                  <a:moveTo>
                    <a:pt x="50800" y="391160"/>
                  </a:moveTo>
                  <a:lnTo>
                    <a:pt x="50800" y="415544"/>
                  </a:lnTo>
                  <a:lnTo>
                    <a:pt x="25400" y="415544"/>
                  </a:lnTo>
                  <a:lnTo>
                    <a:pt x="50800" y="415544"/>
                  </a:lnTo>
                  <a:cubicBezTo>
                    <a:pt x="50800" y="601980"/>
                    <a:pt x="212344" y="755904"/>
                    <a:pt x="414909" y="755904"/>
                  </a:cubicBezTo>
                  <a:lnTo>
                    <a:pt x="23434675" y="755904"/>
                  </a:lnTo>
                  <a:cubicBezTo>
                    <a:pt x="23637239" y="755904"/>
                    <a:pt x="23798785" y="601980"/>
                    <a:pt x="23798785" y="415544"/>
                  </a:cubicBezTo>
                  <a:lnTo>
                    <a:pt x="23798785" y="391160"/>
                  </a:lnTo>
                  <a:cubicBezTo>
                    <a:pt x="23798785" y="204724"/>
                    <a:pt x="23637239" y="50800"/>
                    <a:pt x="23434675" y="50800"/>
                  </a:cubicBezTo>
                  <a:lnTo>
                    <a:pt x="414909" y="50800"/>
                  </a:lnTo>
                  <a:lnTo>
                    <a:pt x="414909" y="25400"/>
                  </a:lnTo>
                  <a:lnTo>
                    <a:pt x="414909" y="50800"/>
                  </a:lnTo>
                  <a:cubicBezTo>
                    <a:pt x="212344" y="50800"/>
                    <a:pt x="50800" y="204724"/>
                    <a:pt x="50800" y="391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40080" y="9546336"/>
            <a:ext cx="9144000" cy="566928"/>
            <a:chOff x="0" y="0"/>
            <a:chExt cx="12192000" cy="75590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192000" cy="755904"/>
            </a:xfrm>
            <a:custGeom>
              <a:avLst/>
              <a:gdLst/>
              <a:ahLst/>
              <a:cxnLst/>
              <a:rect r="r" b="b" t="t" l="l"/>
              <a:pathLst>
                <a:path h="75590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219200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Affiliated to R.G.P.V. | Approved by AICTE New Delhi &amp; Govt. of M.P.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716000" y="9546336"/>
            <a:ext cx="4023360" cy="566928"/>
            <a:chOff x="0" y="0"/>
            <a:chExt cx="5364480" cy="75590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755904"/>
            </a:xfrm>
            <a:custGeom>
              <a:avLst/>
              <a:gdLst/>
              <a:ahLst/>
              <a:cxnLst/>
              <a:rect r="r" b="b" t="t" l="l"/>
              <a:pathLst>
                <a:path h="7559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80" r="0" b="-8828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36448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NOW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07257" y="-1475737"/>
            <a:ext cx="7340603" cy="5511803"/>
            <a:chOff x="0" y="0"/>
            <a:chExt cx="9787471" cy="7349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536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0">
                  <a:moveTo>
                    <a:pt x="0" y="3657600"/>
                  </a:moveTo>
                  <a:cubicBezTo>
                    <a:pt x="0" y="1637538"/>
                    <a:pt x="2183384" y="0"/>
                    <a:pt x="4876800" y="0"/>
                  </a:cubicBezTo>
                  <a:cubicBezTo>
                    <a:pt x="7570216" y="0"/>
                    <a:pt x="9753600" y="1637538"/>
                    <a:pt x="9753600" y="3657600"/>
                  </a:cubicBezTo>
                  <a:cubicBezTo>
                    <a:pt x="9753600" y="5677662"/>
                    <a:pt x="7570216" y="7315200"/>
                    <a:pt x="4876800" y="7315200"/>
                  </a:cubicBezTo>
                  <a:cubicBezTo>
                    <a:pt x="2183384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C0022">
                <a:alpha val="2000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87509" cy="7348982"/>
            </a:xfrm>
            <a:custGeom>
              <a:avLst/>
              <a:gdLst/>
              <a:ahLst/>
              <a:cxnLst/>
              <a:rect r="r" b="b" t="t" l="l"/>
              <a:pathLst>
                <a:path h="7348982" w="9787509">
                  <a:moveTo>
                    <a:pt x="0" y="3674491"/>
                  </a:moveTo>
                  <a:cubicBezTo>
                    <a:pt x="0" y="1640967"/>
                    <a:pt x="2195830" y="0"/>
                    <a:pt x="4893691" y="0"/>
                  </a:cubicBezTo>
                  <a:cubicBezTo>
                    <a:pt x="7591679" y="0"/>
                    <a:pt x="9787509" y="1640967"/>
                    <a:pt x="9787509" y="3674491"/>
                  </a:cubicBezTo>
                  <a:lnTo>
                    <a:pt x="9770618" y="3674491"/>
                  </a:lnTo>
                  <a:lnTo>
                    <a:pt x="9787509" y="3674491"/>
                  </a:lnTo>
                  <a:cubicBezTo>
                    <a:pt x="9787509" y="5708015"/>
                    <a:pt x="7591679" y="7348982"/>
                    <a:pt x="4893818" y="7348982"/>
                  </a:cubicBezTo>
                  <a:lnTo>
                    <a:pt x="4893818" y="7332090"/>
                  </a:lnTo>
                  <a:lnTo>
                    <a:pt x="4893818" y="7348982"/>
                  </a:lnTo>
                  <a:cubicBezTo>
                    <a:pt x="2195830" y="7349109"/>
                    <a:pt x="0" y="5708142"/>
                    <a:pt x="0" y="3674491"/>
                  </a:cubicBezTo>
                  <a:lnTo>
                    <a:pt x="16891" y="36744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0" y="3674491"/>
                  </a:lnTo>
                  <a:moveTo>
                    <a:pt x="33909" y="3674491"/>
                  </a:moveTo>
                  <a:cubicBezTo>
                    <a:pt x="33909" y="3683889"/>
                    <a:pt x="26289" y="3691382"/>
                    <a:pt x="17018" y="3691382"/>
                  </a:cubicBezTo>
                  <a:cubicBezTo>
                    <a:pt x="7747" y="3691382"/>
                    <a:pt x="0" y="3683889"/>
                    <a:pt x="0" y="3674491"/>
                  </a:cubicBezTo>
                  <a:cubicBezTo>
                    <a:pt x="0" y="3665093"/>
                    <a:pt x="7620" y="3657600"/>
                    <a:pt x="16891" y="3657600"/>
                  </a:cubicBezTo>
                  <a:cubicBezTo>
                    <a:pt x="26162" y="3657600"/>
                    <a:pt x="33782" y="3665220"/>
                    <a:pt x="33782" y="3674491"/>
                  </a:cubicBezTo>
                  <a:cubicBezTo>
                    <a:pt x="33909" y="5680964"/>
                    <a:pt x="2204847" y="7315200"/>
                    <a:pt x="4893691" y="7315200"/>
                  </a:cubicBezTo>
                  <a:cubicBezTo>
                    <a:pt x="7582662" y="7315200"/>
                    <a:pt x="9753600" y="5680964"/>
                    <a:pt x="9753600" y="3674491"/>
                  </a:cubicBezTo>
                  <a:cubicBezTo>
                    <a:pt x="9753600" y="1668018"/>
                    <a:pt x="7582662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4847" y="33909"/>
                    <a:pt x="33909" y="1668018"/>
                    <a:pt x="33909" y="3674491"/>
                  </a:cubicBezTo>
                  <a:close/>
                </a:path>
              </a:pathLst>
            </a:custGeom>
            <a:solidFill>
              <a:srgbClr val="CC0022">
                <a:alpha val="2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65760" y="6949440"/>
            <a:ext cx="5120640" cy="4023360"/>
            <a:chOff x="0" y="0"/>
            <a:chExt cx="6827520" cy="536448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82752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0"/>
                  </a:lnTo>
                  <a:lnTo>
                    <a:pt x="0" y="536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04" r="0" b="-170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07" y="1084583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607" y="1468631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607" y="1852679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607" y="2236727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607" y="2620775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607" y="3004823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07" y="3388871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07" y="3772919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607" y="4156967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07" y="4541015"/>
            <a:ext cx="354587" cy="125987"/>
            <a:chOff x="0" y="0"/>
            <a:chExt cx="472783" cy="1679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607" y="4925063"/>
            <a:ext cx="354587" cy="125987"/>
            <a:chOff x="0" y="0"/>
            <a:chExt cx="472783" cy="1679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07" y="5309111"/>
            <a:ext cx="354587" cy="125987"/>
            <a:chOff x="0" y="0"/>
            <a:chExt cx="472783" cy="1679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94944" y="1371600"/>
            <a:ext cx="16459200" cy="1645920"/>
            <a:chOff x="0" y="0"/>
            <a:chExt cx="21945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219456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94944" y="3383280"/>
            <a:ext cx="1005840" cy="1005840"/>
            <a:chOff x="0" y="0"/>
            <a:chExt cx="134112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907543" y="3462023"/>
            <a:ext cx="98555" cy="793499"/>
            <a:chOff x="0" y="0"/>
            <a:chExt cx="131407" cy="105799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157984" y="3474720"/>
            <a:ext cx="6949440" cy="768096"/>
            <a:chOff x="0" y="0"/>
            <a:chExt cx="9265920" cy="102412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94944" y="4700016"/>
            <a:ext cx="1005840" cy="1005840"/>
            <a:chOff x="0" y="0"/>
            <a:chExt cx="1341120" cy="13411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907543" y="4778759"/>
            <a:ext cx="98555" cy="793499"/>
            <a:chOff x="0" y="0"/>
            <a:chExt cx="131407" cy="10579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157984" y="4791456"/>
            <a:ext cx="6949440" cy="768096"/>
            <a:chOff x="0" y="0"/>
            <a:chExt cx="9265920" cy="1024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Objectives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94944" y="6016752"/>
            <a:ext cx="1005840" cy="1005840"/>
            <a:chOff x="0" y="0"/>
            <a:chExt cx="1341120" cy="13411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907543" y="6095495"/>
            <a:ext cx="98555" cy="793499"/>
            <a:chOff x="0" y="0"/>
            <a:chExt cx="131407" cy="105799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157984" y="6108192"/>
            <a:ext cx="6949440" cy="768096"/>
            <a:chOff x="0" y="0"/>
            <a:chExt cx="9265920" cy="10241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Roles &amp; Responsibilities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94944" y="7333488"/>
            <a:ext cx="1005840" cy="1005840"/>
            <a:chOff x="0" y="0"/>
            <a:chExt cx="1341120" cy="13411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907543" y="7412231"/>
            <a:ext cx="98555" cy="793499"/>
            <a:chOff x="0" y="0"/>
            <a:chExt cx="131407" cy="105799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2157984" y="7424928"/>
            <a:ext cx="6949440" cy="768096"/>
            <a:chOff x="0" y="0"/>
            <a:chExt cx="9265920" cy="102412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Project Methodology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692640" y="3383280"/>
            <a:ext cx="1005840" cy="1005840"/>
            <a:chOff x="0" y="0"/>
            <a:chExt cx="1341120" cy="13411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0905239" y="3462023"/>
            <a:ext cx="98555" cy="793499"/>
            <a:chOff x="0" y="0"/>
            <a:chExt cx="131407" cy="105799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1155680" y="3474720"/>
            <a:ext cx="6766560" cy="768096"/>
            <a:chOff x="0" y="0"/>
            <a:chExt cx="9022080" cy="10241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022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53" r="0" b="-12165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9022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Challenges &amp; Solutions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692640" y="4700016"/>
            <a:ext cx="1005840" cy="1005840"/>
            <a:chOff x="0" y="0"/>
            <a:chExt cx="1341120" cy="13411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905239" y="4778759"/>
            <a:ext cx="98555" cy="793499"/>
            <a:chOff x="0" y="0"/>
            <a:chExt cx="131407" cy="1057999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155680" y="4791456"/>
            <a:ext cx="6766560" cy="768096"/>
            <a:chOff x="0" y="0"/>
            <a:chExt cx="9022080" cy="102412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022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53" r="0" b="-12165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9022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 &amp; Outcomes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692640" y="6016752"/>
            <a:ext cx="1005840" cy="1005840"/>
            <a:chOff x="0" y="0"/>
            <a:chExt cx="1341120" cy="13411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3411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905239" y="6095495"/>
            <a:ext cx="98555" cy="793499"/>
            <a:chOff x="0" y="0"/>
            <a:chExt cx="131407" cy="1057999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97536" cy="1024128"/>
            </a:xfrm>
            <a:custGeom>
              <a:avLst/>
              <a:gdLst/>
              <a:ahLst/>
              <a:cxnLst/>
              <a:rect r="r" b="b" t="t" l="l"/>
              <a:pathLst>
                <a:path h="1024128" w="97536">
                  <a:moveTo>
                    <a:pt x="0" y="0"/>
                  </a:moveTo>
                  <a:lnTo>
                    <a:pt x="97536" y="0"/>
                  </a:lnTo>
                  <a:lnTo>
                    <a:pt x="9753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6677AA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1318" cy="1057912"/>
            </a:xfrm>
            <a:custGeom>
              <a:avLst/>
              <a:gdLst/>
              <a:ahLst/>
              <a:cxnLst/>
              <a:rect r="r" b="b" t="t" l="l"/>
              <a:pathLst>
                <a:path h="105791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041019"/>
                  </a:lnTo>
                  <a:cubicBezTo>
                    <a:pt x="131318" y="1050417"/>
                    <a:pt x="123698" y="1057910"/>
                    <a:pt x="11442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14427" y="1024128"/>
                  </a:lnTo>
                  <a:lnTo>
                    <a:pt x="114427" y="1041019"/>
                  </a:lnTo>
                  <a:lnTo>
                    <a:pt x="97536" y="10410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677AA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1155680" y="6108192"/>
            <a:ext cx="6766560" cy="768096"/>
            <a:chOff x="0" y="0"/>
            <a:chExt cx="9022080" cy="102412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022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53" r="0" b="-12165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90220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200406" y="9527286"/>
            <a:ext cx="17887188" cy="605028"/>
            <a:chOff x="0" y="0"/>
            <a:chExt cx="23849584" cy="80670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25400" y="25400"/>
              <a:ext cx="23798785" cy="755904"/>
            </a:xfrm>
            <a:custGeom>
              <a:avLst/>
              <a:gdLst/>
              <a:ahLst/>
              <a:cxnLst/>
              <a:rect r="r" b="b" t="t" l="l"/>
              <a:pathLst>
                <a:path h="755904" w="23798785">
                  <a:moveTo>
                    <a:pt x="0" y="365760"/>
                  </a:moveTo>
                  <a:cubicBezTo>
                    <a:pt x="0" y="163703"/>
                    <a:pt x="174371" y="0"/>
                    <a:pt x="389509" y="0"/>
                  </a:cubicBezTo>
                  <a:lnTo>
                    <a:pt x="23409275" y="0"/>
                  </a:lnTo>
                  <a:cubicBezTo>
                    <a:pt x="23624414" y="0"/>
                    <a:pt x="23798785" y="163703"/>
                    <a:pt x="23798785" y="365760"/>
                  </a:cubicBezTo>
                  <a:lnTo>
                    <a:pt x="23798785" y="390144"/>
                  </a:lnTo>
                  <a:cubicBezTo>
                    <a:pt x="23798785" y="592201"/>
                    <a:pt x="23624414" y="755904"/>
                    <a:pt x="23409275" y="755904"/>
                  </a:cubicBezTo>
                  <a:lnTo>
                    <a:pt x="389509" y="755904"/>
                  </a:lnTo>
                  <a:cubicBezTo>
                    <a:pt x="174371" y="755904"/>
                    <a:pt x="0" y="592201"/>
                    <a:pt x="0" y="390144"/>
                  </a:cubicBez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3849585" cy="806704"/>
            </a:xfrm>
            <a:custGeom>
              <a:avLst/>
              <a:gdLst/>
              <a:ahLst/>
              <a:cxnLst/>
              <a:rect r="r" b="b" t="t" l="l"/>
              <a:pathLst>
                <a:path h="806704" w="23849585">
                  <a:moveTo>
                    <a:pt x="0" y="391160"/>
                  </a:moveTo>
                  <a:cubicBezTo>
                    <a:pt x="0" y="173609"/>
                    <a:pt x="187325" y="0"/>
                    <a:pt x="414909" y="0"/>
                  </a:cubicBezTo>
                  <a:lnTo>
                    <a:pt x="23434675" y="0"/>
                  </a:lnTo>
                  <a:lnTo>
                    <a:pt x="23434675" y="25400"/>
                  </a:lnTo>
                  <a:lnTo>
                    <a:pt x="23434675" y="0"/>
                  </a:lnTo>
                  <a:cubicBezTo>
                    <a:pt x="23662260" y="0"/>
                    <a:pt x="23849585" y="173609"/>
                    <a:pt x="23849585" y="391160"/>
                  </a:cubicBezTo>
                  <a:lnTo>
                    <a:pt x="23824185" y="391160"/>
                  </a:lnTo>
                  <a:lnTo>
                    <a:pt x="23849585" y="391160"/>
                  </a:lnTo>
                  <a:lnTo>
                    <a:pt x="23849585" y="415544"/>
                  </a:lnTo>
                  <a:lnTo>
                    <a:pt x="23824185" y="415544"/>
                  </a:lnTo>
                  <a:lnTo>
                    <a:pt x="23849585" y="415544"/>
                  </a:lnTo>
                  <a:cubicBezTo>
                    <a:pt x="23849585" y="633095"/>
                    <a:pt x="23662260" y="806704"/>
                    <a:pt x="23434675" y="806704"/>
                  </a:cubicBezTo>
                  <a:lnTo>
                    <a:pt x="23434675" y="781304"/>
                  </a:lnTo>
                  <a:lnTo>
                    <a:pt x="23434675" y="806704"/>
                  </a:lnTo>
                  <a:lnTo>
                    <a:pt x="414909" y="806704"/>
                  </a:lnTo>
                  <a:lnTo>
                    <a:pt x="414909" y="781304"/>
                  </a:lnTo>
                  <a:lnTo>
                    <a:pt x="414909" y="806704"/>
                  </a:lnTo>
                  <a:cubicBezTo>
                    <a:pt x="187325" y="806704"/>
                    <a:pt x="0" y="633095"/>
                    <a:pt x="0" y="415544"/>
                  </a:cubicBezTo>
                  <a:lnTo>
                    <a:pt x="0" y="391160"/>
                  </a:lnTo>
                  <a:lnTo>
                    <a:pt x="25400" y="391160"/>
                  </a:lnTo>
                  <a:lnTo>
                    <a:pt x="0" y="391160"/>
                  </a:lnTo>
                  <a:moveTo>
                    <a:pt x="50800" y="391160"/>
                  </a:moveTo>
                  <a:lnTo>
                    <a:pt x="50800" y="415544"/>
                  </a:lnTo>
                  <a:lnTo>
                    <a:pt x="25400" y="415544"/>
                  </a:lnTo>
                  <a:lnTo>
                    <a:pt x="50800" y="415544"/>
                  </a:lnTo>
                  <a:cubicBezTo>
                    <a:pt x="50800" y="601980"/>
                    <a:pt x="212344" y="755904"/>
                    <a:pt x="414909" y="755904"/>
                  </a:cubicBezTo>
                  <a:lnTo>
                    <a:pt x="23434675" y="755904"/>
                  </a:lnTo>
                  <a:cubicBezTo>
                    <a:pt x="23637239" y="755904"/>
                    <a:pt x="23798785" y="601980"/>
                    <a:pt x="23798785" y="415544"/>
                  </a:cubicBezTo>
                  <a:lnTo>
                    <a:pt x="23798785" y="391160"/>
                  </a:lnTo>
                  <a:cubicBezTo>
                    <a:pt x="23798785" y="204724"/>
                    <a:pt x="23637239" y="50800"/>
                    <a:pt x="23434675" y="50800"/>
                  </a:cubicBezTo>
                  <a:lnTo>
                    <a:pt x="414909" y="50800"/>
                  </a:lnTo>
                  <a:lnTo>
                    <a:pt x="414909" y="25400"/>
                  </a:lnTo>
                  <a:lnTo>
                    <a:pt x="414909" y="50800"/>
                  </a:lnTo>
                  <a:cubicBezTo>
                    <a:pt x="212344" y="50800"/>
                    <a:pt x="50800" y="204724"/>
                    <a:pt x="50800" y="391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640080" y="9546336"/>
            <a:ext cx="9144000" cy="566928"/>
            <a:chOff x="0" y="0"/>
            <a:chExt cx="12192000" cy="75590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2192000" cy="755904"/>
            </a:xfrm>
            <a:custGeom>
              <a:avLst/>
              <a:gdLst/>
              <a:ahLst/>
              <a:cxnLst/>
              <a:rect r="r" b="b" t="t" l="l"/>
              <a:pathLst>
                <a:path h="75590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38100"/>
              <a:ext cx="1219200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GEN-AI RESUME &amp; INTERVIEW PREPARATION APP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3716000" y="9546336"/>
            <a:ext cx="4023360" cy="566928"/>
            <a:chOff x="0" y="0"/>
            <a:chExt cx="5364480" cy="75590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364480" cy="755904"/>
            </a:xfrm>
            <a:custGeom>
              <a:avLst/>
              <a:gdLst/>
              <a:ahLst/>
              <a:cxnLst/>
              <a:rect r="r" b="b" t="t" l="l"/>
              <a:pathLst>
                <a:path h="7559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80" r="0" b="-8828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536448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SRGI, JABALPUR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63623" y="-12697"/>
            <a:ext cx="2037083" cy="10312403"/>
            <a:chOff x="0" y="0"/>
            <a:chExt cx="27161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6822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160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716022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13732890"/>
                  </a:lnTo>
                  <a:cubicBezTo>
                    <a:pt x="2716022" y="13742290"/>
                    <a:pt x="2708402" y="13749782"/>
                    <a:pt x="26991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99131" y="13716000"/>
                  </a:lnTo>
                  <a:lnTo>
                    <a:pt x="2699131" y="13732890"/>
                  </a:lnTo>
                  <a:lnTo>
                    <a:pt x="2682240" y="13732890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97550" y="-360169"/>
            <a:ext cx="4572000" cy="3657600"/>
            <a:chOff x="0" y="0"/>
            <a:chExt cx="6096000" cy="48768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0960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9" t="0" r="-90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07" y="993143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607" y="1377191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607" y="1761239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607" y="2145287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607" y="2529335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607" y="2913383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07" y="3297431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07" y="3681479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607" y="4065527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07" y="4449575"/>
            <a:ext cx="354587" cy="125987"/>
            <a:chOff x="0" y="0"/>
            <a:chExt cx="472783" cy="1679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607" y="4833623"/>
            <a:ext cx="354587" cy="125987"/>
            <a:chOff x="0" y="0"/>
            <a:chExt cx="472783" cy="1679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07" y="5217671"/>
            <a:ext cx="354587" cy="125987"/>
            <a:chOff x="0" y="0"/>
            <a:chExt cx="472783" cy="1679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3607" y="5601719"/>
            <a:ext cx="354587" cy="125987"/>
            <a:chOff x="0" y="0"/>
            <a:chExt cx="472783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548640"/>
            <a:ext cx="11887200" cy="1645920"/>
            <a:chOff x="0" y="0"/>
            <a:chExt cx="15849600" cy="2194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849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58496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94944" y="2779776"/>
            <a:ext cx="4023360" cy="1645920"/>
            <a:chOff x="0" y="0"/>
            <a:chExt cx="5364480" cy="2194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644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487" t="0" r="-248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36448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About the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Gen-AI Project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" y="5852160"/>
            <a:ext cx="3657600" cy="3657600"/>
            <a:chOff x="0" y="0"/>
            <a:chExt cx="4876800" cy="48768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071367" y="2767079"/>
            <a:ext cx="98555" cy="5877563"/>
            <a:chOff x="0" y="0"/>
            <a:chExt cx="131407" cy="78367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6891" y="16891"/>
              <a:ext cx="97536" cy="7802881"/>
            </a:xfrm>
            <a:custGeom>
              <a:avLst/>
              <a:gdLst/>
              <a:ahLst/>
              <a:cxnLst/>
              <a:rect r="r" b="b" t="t" l="l"/>
              <a:pathLst>
                <a:path h="7802881" w="97536">
                  <a:moveTo>
                    <a:pt x="0" y="0"/>
                  </a:moveTo>
                  <a:lnTo>
                    <a:pt x="97536" y="0"/>
                  </a:lnTo>
                  <a:lnTo>
                    <a:pt x="97536" y="7802881"/>
                  </a:lnTo>
                  <a:lnTo>
                    <a:pt x="0" y="7802881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1318" cy="7836662"/>
            </a:xfrm>
            <a:custGeom>
              <a:avLst/>
              <a:gdLst/>
              <a:ahLst/>
              <a:cxnLst/>
              <a:rect r="r" b="b" t="t" l="l"/>
              <a:pathLst>
                <a:path h="783666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819772"/>
                  </a:lnTo>
                  <a:cubicBezTo>
                    <a:pt x="131318" y="7829169"/>
                    <a:pt x="123698" y="7836662"/>
                    <a:pt x="114427" y="7836662"/>
                  </a:cubicBezTo>
                  <a:lnTo>
                    <a:pt x="16891" y="7836662"/>
                  </a:lnTo>
                  <a:cubicBezTo>
                    <a:pt x="7493" y="7836662"/>
                    <a:pt x="0" y="7829042"/>
                    <a:pt x="0" y="7819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819772"/>
                  </a:lnTo>
                  <a:lnTo>
                    <a:pt x="16891" y="7819772"/>
                  </a:lnTo>
                  <a:lnTo>
                    <a:pt x="16891" y="7802880"/>
                  </a:lnTo>
                  <a:lnTo>
                    <a:pt x="114427" y="7802880"/>
                  </a:lnTo>
                  <a:lnTo>
                    <a:pt x="114427" y="7819772"/>
                  </a:lnTo>
                  <a:lnTo>
                    <a:pt x="97536" y="7819772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394960" y="2779776"/>
            <a:ext cx="10607040" cy="2377440"/>
            <a:chOff x="0" y="0"/>
            <a:chExt cx="14142720" cy="31699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427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1414272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Gen-AI Resume &amp; Interview Preparation App is an intelligent full-stack web application designed to bridge the gap between job seekers and their ideal employment opportunities. Built on the MERN Stack, it leverages Google Gemini AI to analyze a candidate's resume, self-description, and target job description.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394960" y="5303520"/>
            <a:ext cx="10607040" cy="2377440"/>
            <a:chOff x="0" y="0"/>
            <a:chExt cx="14142720" cy="3169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14272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33" r="0" b="-3693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4142720" cy="3217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generates a comprehensive interview preparation report including a resume–job match score, technical and behavioral questions with model answers, skill gap analysis with severity ratings (Low/Medium/High), and a day-wise preparation plan. Additionally, it produces an AI-tailored, ATS-optimized resume PDF via Puppeteer rendering.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394960" y="8010144"/>
            <a:ext cx="3657600" cy="548640"/>
            <a:chOff x="0" y="0"/>
            <a:chExt cx="48768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7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4876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0D1B4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Getting Started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44000" y="7955280"/>
            <a:ext cx="731520" cy="548640"/>
            <a:chOff x="0" y="0"/>
            <a:chExt cx="97536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720347" cy="10312403"/>
            <a:chOff x="0" y="0"/>
            <a:chExt cx="96046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2659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C123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37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960374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13732890"/>
                  </a:lnTo>
                  <a:cubicBezTo>
                    <a:pt x="960374" y="13742290"/>
                    <a:pt x="952754" y="13749782"/>
                    <a:pt x="94348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943483" y="13716000"/>
                  </a:lnTo>
                  <a:lnTo>
                    <a:pt x="943483" y="13732890"/>
                  </a:lnTo>
                  <a:lnTo>
                    <a:pt x="926592" y="13732890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C123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72800" y="-548640"/>
            <a:ext cx="6949440" cy="5486400"/>
            <a:chOff x="0" y="0"/>
            <a:chExt cx="9265920" cy="731520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926592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58" r="0" b="-145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512064"/>
            <a:ext cx="15544800" cy="1645920"/>
            <a:chOff x="0" y="0"/>
            <a:chExt cx="2072640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726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0726400" cy="2223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999"/>
                </a:lnSpc>
              </a:pPr>
              <a:r>
                <a:rPr lang="en-US" sz="9999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OBJECTIVES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651760"/>
            <a:ext cx="3840480" cy="1463040"/>
            <a:chOff x="0" y="0"/>
            <a:chExt cx="5120640" cy="1950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120640" cy="1979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Goals of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Project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0" y="6400800"/>
            <a:ext cx="3657600" cy="3657600"/>
            <a:chOff x="0" y="0"/>
            <a:chExt cx="4876800" cy="48768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961639" y="2584199"/>
            <a:ext cx="98555" cy="6426203"/>
            <a:chOff x="0" y="0"/>
            <a:chExt cx="131407" cy="85682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6891" y="16891"/>
              <a:ext cx="97536" cy="8534400"/>
            </a:xfrm>
            <a:custGeom>
              <a:avLst/>
              <a:gdLst/>
              <a:ahLst/>
              <a:cxnLst/>
              <a:rect r="r" b="b" t="t" l="l"/>
              <a:pathLst>
                <a:path h="8534400" w="97536">
                  <a:moveTo>
                    <a:pt x="0" y="0"/>
                  </a:moveTo>
                  <a:lnTo>
                    <a:pt x="97536" y="0"/>
                  </a:lnTo>
                  <a:lnTo>
                    <a:pt x="97536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318" cy="8568182"/>
            </a:xfrm>
            <a:custGeom>
              <a:avLst/>
              <a:gdLst/>
              <a:ahLst/>
              <a:cxnLst/>
              <a:rect r="r" b="b" t="t" l="l"/>
              <a:pathLst>
                <a:path h="85681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8551291"/>
                  </a:lnTo>
                  <a:cubicBezTo>
                    <a:pt x="131318" y="8560689"/>
                    <a:pt x="123698" y="8568182"/>
                    <a:pt x="114427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14427" y="8534400"/>
                  </a:lnTo>
                  <a:lnTo>
                    <a:pt x="114427" y="8551291"/>
                  </a:lnTo>
                  <a:lnTo>
                    <a:pt x="97536" y="855129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266944" y="2651760"/>
            <a:ext cx="12618720" cy="2286000"/>
            <a:chOff x="0" y="0"/>
            <a:chExt cx="16824960" cy="3048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824961" cy="3048000"/>
            </a:xfrm>
            <a:custGeom>
              <a:avLst/>
              <a:gdLst/>
              <a:ahLst/>
              <a:cxnLst/>
              <a:rect r="r" b="b" t="t" l="l"/>
              <a:pathLst>
                <a:path h="30480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3048000"/>
                  </a:lnTo>
                  <a:lnTo>
                    <a:pt x="0" y="3048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6824960" cy="3095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Gen-AI Resume &amp; Interview Preparation App was developed to provide job seekers with a personalized, AI-driven career preparation tool. It targets two core pain points: ineffective resume targeting and lack of structured interview preparation. By integrating Google Gemini AI with a robust MERN stack backend, the application delivers instant, data-driven insights.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266944" y="5084064"/>
            <a:ext cx="12618720" cy="1554480"/>
            <a:chOff x="0" y="0"/>
            <a:chExt cx="16824960" cy="2072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8249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172" r="0" b="-10817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6824960" cy="2120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platform addresses a critical research gap: no existing tool offers resume parsing + AI-structured report + skill-gap severity + ATS resume PDF generation in a single authenticated, persistent web application.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266944" y="6803136"/>
            <a:ext cx="12618720" cy="2523744"/>
            <a:chOff x="0" y="0"/>
            <a:chExt cx="16824960" cy="33649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824961" cy="3364992"/>
            </a:xfrm>
            <a:custGeom>
              <a:avLst/>
              <a:gdLst/>
              <a:ahLst/>
              <a:cxnLst/>
              <a:rect r="r" b="b" t="t" l="l"/>
              <a:pathLst>
                <a:path h="3364992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3364992"/>
                  </a:lnTo>
                  <a:lnTo>
                    <a:pt x="0" y="33649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6824960" cy="3412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a secure MERN stack app with JWT + bcrypt authentication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Parse PDF resumes and generate AI interview reports via Google Gemini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Identify skill gaps with Low / Medium / High severity classification</a:t>
              </a:r>
            </a:p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b="true" sz="2300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 ATS-optimized resume PDFs tailored to specific job descriptions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093440" y="9107424"/>
            <a:ext cx="731520" cy="548640"/>
            <a:chOff x="0" y="0"/>
            <a:chExt cx="97536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122683"/>
            <a:chOff x="0" y="0"/>
            <a:chExt cx="24417871" cy="1496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496822"/>
            </a:xfrm>
            <a:custGeom>
              <a:avLst/>
              <a:gdLst/>
              <a:ahLst/>
              <a:cxnLst/>
              <a:rect r="r" b="b" t="t" l="l"/>
              <a:pathLst>
                <a:path h="14968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479931"/>
                  </a:lnTo>
                  <a:cubicBezTo>
                    <a:pt x="24417782" y="1489329"/>
                    <a:pt x="24410163" y="1496822"/>
                    <a:pt x="24400890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24400890" y="1463040"/>
                  </a:lnTo>
                  <a:lnTo>
                    <a:pt x="24400890" y="1479931"/>
                  </a:lnTo>
                  <a:lnTo>
                    <a:pt x="24384000" y="14799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527280" y="465582"/>
            <a:ext cx="4389120" cy="3474720"/>
            <a:chOff x="0" y="0"/>
            <a:chExt cx="5852160" cy="463296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5852160" cy="4632960"/>
            </a:xfrm>
            <a:custGeom>
              <a:avLst/>
              <a:gdLst/>
              <a:ahLst/>
              <a:cxnLst/>
              <a:rect r="r" b="b" t="t" l="l"/>
              <a:pathLst>
                <a:path h="46329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632960"/>
                  </a:lnTo>
                  <a:lnTo>
                    <a:pt x="0" y="463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07" y="1304039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607" y="1688087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607" y="2072135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607" y="2456183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607" y="2840231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607" y="3224279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07" y="3608327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07" y="3992375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607" y="4376423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07" y="4760471"/>
            <a:ext cx="354587" cy="125987"/>
            <a:chOff x="0" y="0"/>
            <a:chExt cx="472783" cy="1679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607" y="5144519"/>
            <a:ext cx="354587" cy="125987"/>
            <a:chOff x="0" y="0"/>
            <a:chExt cx="472783" cy="1679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07" y="5528567"/>
            <a:ext cx="354587" cy="125987"/>
            <a:chOff x="0" y="0"/>
            <a:chExt cx="472783" cy="1679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94944" y="1097280"/>
            <a:ext cx="12801600" cy="2377440"/>
            <a:chOff x="0" y="0"/>
            <a:chExt cx="17068800" cy="31699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0688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706880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ROLES &amp;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RESPONSIBILITIES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94944" y="3749040"/>
            <a:ext cx="3840480" cy="1371600"/>
            <a:chOff x="0" y="0"/>
            <a:chExt cx="5120640" cy="1828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12064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Contribution of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Each Member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146168" y="3992375"/>
            <a:ext cx="3474720" cy="640080"/>
            <a:chOff x="0" y="0"/>
            <a:chExt cx="4632960" cy="853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46329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240"/>
                </a:lnSpc>
              </a:pPr>
              <a:r>
                <a:rPr lang="en-US" sz="27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[1 Mohit Tiwari ]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146168" y="4669031"/>
            <a:ext cx="3474720" cy="457200"/>
            <a:chOff x="0" y="0"/>
            <a:chExt cx="4632960" cy="609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46329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Developer: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146168" y="5144519"/>
            <a:ext cx="3474720" cy="914400"/>
            <a:chOff x="0" y="0"/>
            <a:chExt cx="463296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API, AI Service Integration, Database Design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68788" y="4055369"/>
            <a:ext cx="3726180" cy="640080"/>
            <a:chOff x="0" y="0"/>
            <a:chExt cx="496824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68240" cy="853440"/>
            </a:xfrm>
            <a:custGeom>
              <a:avLst/>
              <a:gdLst/>
              <a:ahLst/>
              <a:cxnLst/>
              <a:rect r="r" b="b" t="t" l="l"/>
              <a:pathLst>
                <a:path h="853440" w="4968240">
                  <a:moveTo>
                    <a:pt x="0" y="0"/>
                  </a:moveTo>
                  <a:lnTo>
                    <a:pt x="4968240" y="0"/>
                  </a:lnTo>
                  <a:lnTo>
                    <a:pt x="49682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775" r="6748" b="-5577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49682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240"/>
                </a:lnSpc>
              </a:pPr>
              <a:r>
                <a:rPr lang="en-US" sz="27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[2 Achal Suryawanshi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868788" y="4707384"/>
            <a:ext cx="3474720" cy="457200"/>
            <a:chOff x="0" y="0"/>
            <a:chExt cx="463296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6329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Developer: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868788" y="5182872"/>
            <a:ext cx="3474720" cy="914400"/>
            <a:chOff x="0" y="0"/>
            <a:chExt cx="4632960" cy="1219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API, MongoDB, JWT Auth &amp; AI Integration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6146168" y="6607100"/>
            <a:ext cx="3474720" cy="640080"/>
            <a:chOff x="0" y="0"/>
            <a:chExt cx="463296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46329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240"/>
                </a:lnSpc>
              </a:pPr>
              <a:r>
                <a:rPr lang="en-US" sz="27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[3 Noshin Khan]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146168" y="7283756"/>
            <a:ext cx="3474720" cy="457200"/>
            <a:chOff x="0" y="0"/>
            <a:chExt cx="4632960" cy="6096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46329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Tester &amp; Documenter: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6146168" y="7759244"/>
            <a:ext cx="3474720" cy="914400"/>
            <a:chOff x="0" y="0"/>
            <a:chExt cx="463296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cases, synopsis report &amp; final presentation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7007840" y="9144000"/>
            <a:ext cx="731520" cy="548640"/>
            <a:chOff x="0" y="0"/>
            <a:chExt cx="97536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1868788" y="6592572"/>
            <a:ext cx="3474720" cy="640080"/>
            <a:chOff x="0" y="0"/>
            <a:chExt cx="4632960" cy="85344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632960" cy="853440"/>
            </a:xfrm>
            <a:custGeom>
              <a:avLst/>
              <a:gdLst/>
              <a:ahLst/>
              <a:cxnLst/>
              <a:rect r="r" b="b" t="t" l="l"/>
              <a:pathLst>
                <a:path h="8534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775" r="0" b="-5577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19050"/>
              <a:ext cx="46329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240"/>
                </a:lnSpc>
              </a:pPr>
              <a:r>
                <a:rPr lang="en-US" sz="27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[4 Lalit Mehar]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1868788" y="7269228"/>
            <a:ext cx="3474720" cy="457200"/>
            <a:chOff x="0" y="0"/>
            <a:chExt cx="4632960" cy="6096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47625"/>
              <a:ext cx="463296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Deployment: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1868788" y="7744716"/>
            <a:ext cx="3474720" cy="914400"/>
            <a:chOff x="0" y="0"/>
            <a:chExt cx="4632960" cy="12192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46329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463296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version control &amp; Deployment  process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33" y="-12697"/>
            <a:ext cx="2512571" cy="10312403"/>
            <a:chOff x="0" y="0"/>
            <a:chExt cx="3350095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316224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316224">
                  <a:moveTo>
                    <a:pt x="0" y="0"/>
                  </a:moveTo>
                  <a:lnTo>
                    <a:pt x="3316224" y="0"/>
                  </a:lnTo>
                  <a:lnTo>
                    <a:pt x="3316224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50006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350006">
                  <a:moveTo>
                    <a:pt x="16891" y="0"/>
                  </a:moveTo>
                  <a:lnTo>
                    <a:pt x="3333115" y="0"/>
                  </a:lnTo>
                  <a:cubicBezTo>
                    <a:pt x="3342513" y="0"/>
                    <a:pt x="3350006" y="7620"/>
                    <a:pt x="3350006" y="16891"/>
                  </a:cubicBezTo>
                  <a:lnTo>
                    <a:pt x="3350006" y="13732890"/>
                  </a:lnTo>
                  <a:cubicBezTo>
                    <a:pt x="3350006" y="13742290"/>
                    <a:pt x="3342386" y="13749782"/>
                    <a:pt x="3333115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333115" y="13716000"/>
                  </a:lnTo>
                  <a:lnTo>
                    <a:pt x="3333115" y="13732890"/>
                  </a:lnTo>
                  <a:lnTo>
                    <a:pt x="3316224" y="13732890"/>
                  </a:lnTo>
                  <a:lnTo>
                    <a:pt x="3316224" y="16891"/>
                  </a:lnTo>
                  <a:lnTo>
                    <a:pt x="3333115" y="16891"/>
                  </a:lnTo>
                  <a:lnTo>
                    <a:pt x="333311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87200" y="-365760"/>
            <a:ext cx="6035040" cy="4754880"/>
            <a:chOff x="0" y="0"/>
            <a:chExt cx="8046720" cy="633984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8046720" cy="6339840"/>
            </a:xfrm>
            <a:custGeom>
              <a:avLst/>
              <a:gdLst/>
              <a:ahLst/>
              <a:cxnLst/>
              <a:rect r="r" b="b" t="t" l="l"/>
              <a:pathLst>
                <a:path h="63398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6339840"/>
                  </a:ln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7" t="0" r="-13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438144" y="77724"/>
            <a:ext cx="10058400" cy="2926080"/>
            <a:chOff x="0" y="0"/>
            <a:chExt cx="13411200" cy="3901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4112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79" r="0" b="-1697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41120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</a:t>
              </a:r>
            </a:p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438144" y="3575304"/>
            <a:ext cx="3291840" cy="1316736"/>
            <a:chOff x="0" y="0"/>
            <a:chExt cx="4389120" cy="17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8912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4389120" cy="1784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Approach</a:t>
              </a:r>
            </a:p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897119" y="3644903"/>
            <a:ext cx="98555" cy="5511803"/>
            <a:chOff x="0" y="0"/>
            <a:chExt cx="131407" cy="73490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97536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">
                  <a:moveTo>
                    <a:pt x="0" y="0"/>
                  </a:moveTo>
                  <a:lnTo>
                    <a:pt x="97536" y="0"/>
                  </a:lnTo>
                  <a:lnTo>
                    <a:pt x="9753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1318" cy="7348982"/>
            </a:xfrm>
            <a:custGeom>
              <a:avLst/>
              <a:gdLst/>
              <a:ahLst/>
              <a:cxnLst/>
              <a:rect r="r" b="b" t="t" l="l"/>
              <a:pathLst>
                <a:path h="73489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332091"/>
                  </a:lnTo>
                  <a:cubicBezTo>
                    <a:pt x="131318" y="7341489"/>
                    <a:pt x="123698" y="7348982"/>
                    <a:pt x="114427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14427" y="7315200"/>
                  </a:lnTo>
                  <a:lnTo>
                    <a:pt x="114427" y="7332091"/>
                  </a:lnTo>
                  <a:lnTo>
                    <a:pt x="97536" y="733209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751064" y="3918204"/>
            <a:ext cx="6309360" cy="548640"/>
            <a:chOff x="0" y="0"/>
            <a:chExt cx="84124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412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1: Requirement Analysis &amp; Design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741920" y="4457700"/>
            <a:ext cx="6309360" cy="1737360"/>
            <a:chOff x="0" y="0"/>
            <a:chExt cx="8412480" cy="2316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12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61" r="0" b="-2076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412480" cy="2364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Topic selection, requirement gathering, system design, MongoDB schema planning and 3-tier architecture definition. JWT authentication and Zod schema validation strategies were finalized.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32776" y="6185916"/>
            <a:ext cx="6309360" cy="548640"/>
            <a:chOff x="0" y="0"/>
            <a:chExt cx="84124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412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2: AI Integration &amp; Development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751064" y="6894576"/>
            <a:ext cx="6309360" cy="1737360"/>
            <a:chOff x="0" y="0"/>
            <a:chExt cx="8412480" cy="2316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61" r="0" b="-2076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412480" cy="2364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API development (Express.js, Multer, pdf-parse), Google Gemini AI integration with structured JSON output, Puppeteer PDF generation, and React frontend build with report dashboard.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7007840" y="9144000"/>
            <a:ext cx="731520" cy="548640"/>
            <a:chOff x="0" y="0"/>
            <a:chExt cx="9753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-365760"/>
            <a:ext cx="4937760" cy="4937760"/>
            <a:chOff x="0" y="0"/>
            <a:chExt cx="6583680" cy="65836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607" y="865127"/>
            <a:ext cx="354587" cy="125987"/>
            <a:chOff x="0" y="0"/>
            <a:chExt cx="472783" cy="1679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07" y="1249175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607" y="1633223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607" y="2017271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607" y="2401319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607" y="2785367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607" y="3169415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07" y="3553463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07" y="3937511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607" y="4321559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07" y="4705607"/>
            <a:ext cx="354587" cy="125987"/>
            <a:chOff x="0" y="0"/>
            <a:chExt cx="472783" cy="1679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607" y="5089655"/>
            <a:ext cx="354587" cy="125987"/>
            <a:chOff x="0" y="0"/>
            <a:chExt cx="472783" cy="1679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0080" y="402336"/>
            <a:ext cx="12801600" cy="2834640"/>
            <a:chOff x="0" y="0"/>
            <a:chExt cx="17068800" cy="3779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068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996" r="0" b="-379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7068800" cy="3827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</a:t>
              </a:r>
            </a:p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&amp; SOLUTIONS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0080" y="3511296"/>
            <a:ext cx="4023360" cy="1463040"/>
            <a:chOff x="0" y="0"/>
            <a:chExt cx="536448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364480" cy="1969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Problems Faced</a:t>
              </a:r>
            </a:p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During the Project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65760" y="6400800"/>
            <a:ext cx="3657600" cy="2926080"/>
            <a:chOff x="0" y="0"/>
            <a:chExt cx="4876800" cy="3901440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876800" cy="3901440"/>
            </a:xfrm>
            <a:custGeom>
              <a:avLst/>
              <a:gdLst/>
              <a:ahLst/>
              <a:cxnLst/>
              <a:rect r="r" b="b" t="t" l="l"/>
              <a:pathLst>
                <a:path h="390144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901440"/>
                  </a:lnTo>
                  <a:lnTo>
                    <a:pt x="0" y="390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522727" y="3425447"/>
            <a:ext cx="98555" cy="5694683"/>
            <a:chOff x="0" y="0"/>
            <a:chExt cx="131407" cy="75929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16891" y="16891"/>
              <a:ext cx="97536" cy="7559040"/>
            </a:xfrm>
            <a:custGeom>
              <a:avLst/>
              <a:gdLst/>
              <a:ahLst/>
              <a:cxnLst/>
              <a:rect r="r" b="b" t="t" l="l"/>
              <a:pathLst>
                <a:path h="7559040" w="97536">
                  <a:moveTo>
                    <a:pt x="0" y="0"/>
                  </a:moveTo>
                  <a:lnTo>
                    <a:pt x="97536" y="0"/>
                  </a:lnTo>
                  <a:lnTo>
                    <a:pt x="97536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1318" cy="7592822"/>
            </a:xfrm>
            <a:custGeom>
              <a:avLst/>
              <a:gdLst/>
              <a:ahLst/>
              <a:cxnLst/>
              <a:rect r="r" b="b" t="t" l="l"/>
              <a:pathLst>
                <a:path h="759282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575931"/>
                  </a:lnTo>
                  <a:cubicBezTo>
                    <a:pt x="131318" y="7585329"/>
                    <a:pt x="123698" y="7592822"/>
                    <a:pt x="114427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114427" y="7559040"/>
                  </a:lnTo>
                  <a:lnTo>
                    <a:pt x="114427" y="7575931"/>
                  </a:lnTo>
                  <a:lnTo>
                    <a:pt x="97536" y="757593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754880" y="3474720"/>
            <a:ext cx="4023360" cy="548640"/>
            <a:chOff x="0" y="0"/>
            <a:chExt cx="53644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364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Zod Schema Compliance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754880" y="4114800"/>
            <a:ext cx="4023360" cy="4572000"/>
            <a:chOff x="0" y="0"/>
            <a:chExt cx="5364480" cy="6096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36448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Gemini would occasionally return non-compliant JSON. Resolved by using strict Zod schemas converted to JSON Schema via zod-to-json-schema and passing as responseSchema in the API call, enforcing structured output.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918704" y="8961120"/>
            <a:ext cx="731520" cy="548640"/>
            <a:chOff x="0" y="0"/>
            <a:chExt cx="97536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094727" y="3425447"/>
            <a:ext cx="98555" cy="5694683"/>
            <a:chOff x="0" y="0"/>
            <a:chExt cx="131407" cy="75929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16891" y="16891"/>
              <a:ext cx="97536" cy="7559040"/>
            </a:xfrm>
            <a:custGeom>
              <a:avLst/>
              <a:gdLst/>
              <a:ahLst/>
              <a:cxnLst/>
              <a:rect r="r" b="b" t="t" l="l"/>
              <a:pathLst>
                <a:path h="7559040" w="97536">
                  <a:moveTo>
                    <a:pt x="0" y="0"/>
                  </a:moveTo>
                  <a:lnTo>
                    <a:pt x="97536" y="0"/>
                  </a:lnTo>
                  <a:lnTo>
                    <a:pt x="97536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1318" cy="7592822"/>
            </a:xfrm>
            <a:custGeom>
              <a:avLst/>
              <a:gdLst/>
              <a:ahLst/>
              <a:cxnLst/>
              <a:rect r="r" b="b" t="t" l="l"/>
              <a:pathLst>
                <a:path h="759282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575931"/>
                  </a:lnTo>
                  <a:cubicBezTo>
                    <a:pt x="131318" y="7585329"/>
                    <a:pt x="123698" y="7592822"/>
                    <a:pt x="114427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114427" y="7559040"/>
                  </a:lnTo>
                  <a:lnTo>
                    <a:pt x="114427" y="7575931"/>
                  </a:lnTo>
                  <a:lnTo>
                    <a:pt x="97536" y="757593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326880" y="3474720"/>
            <a:ext cx="4023360" cy="548640"/>
            <a:chOff x="0" y="0"/>
            <a:chExt cx="536448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364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Multer + pdf-parse Integration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26880" y="4114800"/>
            <a:ext cx="4023360" cy="4572000"/>
            <a:chOff x="0" y="0"/>
            <a:chExt cx="5364480" cy="6096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3644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36448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Configuring Multer memory storage to correctly pass file buffers to pdf-parse required custom middleware chaining. Resolved by explicitly converting the buffer to Uint8Array before passing to PDFParse constructor.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490704" y="8961120"/>
            <a:ext cx="731520" cy="548640"/>
            <a:chOff x="0" y="0"/>
            <a:chExt cx="97536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666727" y="3425447"/>
            <a:ext cx="98555" cy="5694683"/>
            <a:chOff x="0" y="0"/>
            <a:chExt cx="131407" cy="75929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16891" y="16891"/>
              <a:ext cx="97536" cy="7559040"/>
            </a:xfrm>
            <a:custGeom>
              <a:avLst/>
              <a:gdLst/>
              <a:ahLst/>
              <a:cxnLst/>
              <a:rect r="r" b="b" t="t" l="l"/>
              <a:pathLst>
                <a:path h="7559040" w="97536">
                  <a:moveTo>
                    <a:pt x="0" y="0"/>
                  </a:moveTo>
                  <a:lnTo>
                    <a:pt x="97536" y="0"/>
                  </a:lnTo>
                  <a:lnTo>
                    <a:pt x="97536" y="7559040"/>
                  </a:lnTo>
                  <a:lnTo>
                    <a:pt x="0" y="755904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1318" cy="7592822"/>
            </a:xfrm>
            <a:custGeom>
              <a:avLst/>
              <a:gdLst/>
              <a:ahLst/>
              <a:cxnLst/>
              <a:rect r="r" b="b" t="t" l="l"/>
              <a:pathLst>
                <a:path h="759282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575931"/>
                  </a:lnTo>
                  <a:cubicBezTo>
                    <a:pt x="131318" y="7585329"/>
                    <a:pt x="123698" y="7592822"/>
                    <a:pt x="114427" y="7592822"/>
                  </a:cubicBezTo>
                  <a:lnTo>
                    <a:pt x="16891" y="7592822"/>
                  </a:lnTo>
                  <a:cubicBezTo>
                    <a:pt x="7493" y="7592822"/>
                    <a:pt x="0" y="7585202"/>
                    <a:pt x="0" y="7575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575931"/>
                  </a:lnTo>
                  <a:lnTo>
                    <a:pt x="16891" y="7575931"/>
                  </a:lnTo>
                  <a:lnTo>
                    <a:pt x="16891" y="7559040"/>
                  </a:lnTo>
                  <a:lnTo>
                    <a:pt x="114427" y="7559040"/>
                  </a:lnTo>
                  <a:lnTo>
                    <a:pt x="114427" y="7575931"/>
                  </a:lnTo>
                  <a:lnTo>
                    <a:pt x="97536" y="757593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898880" y="3474720"/>
            <a:ext cx="4023360" cy="548640"/>
            <a:chOff x="0" y="0"/>
            <a:chExt cx="536448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5364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Puppeteer PDF Performance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898880" y="4114800"/>
            <a:ext cx="4023360" cy="4572000"/>
            <a:chOff x="0" y="0"/>
            <a:chExt cx="5364480" cy="60960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644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799" t="0" r="-9579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364480" cy="613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Puppeteer's headless Chrome launch on low-resource servers caused timeouts. Resolved by launching with --no-sandbox flags and reusing a single browser instance per request with proper cleanup on close.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062704" y="8961120"/>
            <a:ext cx="731520" cy="548640"/>
            <a:chOff x="0" y="0"/>
            <a:chExt cx="975360" cy="7315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974843" cy="10312403"/>
            <a:chOff x="0" y="0"/>
            <a:chExt cx="929979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2659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99701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9299701">
                  <a:moveTo>
                    <a:pt x="16891" y="0"/>
                  </a:moveTo>
                  <a:lnTo>
                    <a:pt x="9282811" y="0"/>
                  </a:lnTo>
                  <a:cubicBezTo>
                    <a:pt x="9292209" y="0"/>
                    <a:pt x="9299701" y="7620"/>
                    <a:pt x="9299701" y="16891"/>
                  </a:cubicBezTo>
                  <a:lnTo>
                    <a:pt x="9299701" y="13732890"/>
                  </a:lnTo>
                  <a:cubicBezTo>
                    <a:pt x="9299701" y="13742290"/>
                    <a:pt x="9292082" y="13749782"/>
                    <a:pt x="92828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9282811" y="13716000"/>
                  </a:lnTo>
                  <a:lnTo>
                    <a:pt x="9282811" y="13732890"/>
                  </a:lnTo>
                  <a:lnTo>
                    <a:pt x="9265920" y="13732890"/>
                  </a:lnTo>
                  <a:lnTo>
                    <a:pt x="9265920" y="16891"/>
                  </a:lnTo>
                  <a:lnTo>
                    <a:pt x="9282811" y="16891"/>
                  </a:lnTo>
                  <a:lnTo>
                    <a:pt x="92828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01600" y="-365760"/>
            <a:ext cx="5120640" cy="4206240"/>
            <a:chOff x="0" y="0"/>
            <a:chExt cx="6827520" cy="560832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8275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608320"/>
                  </a:lnTo>
                  <a:lnTo>
                    <a:pt x="0" y="5608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9" t="0" r="-54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315200" y="365760"/>
            <a:ext cx="10607040" cy="2743200"/>
            <a:chOff x="0" y="0"/>
            <a:chExt cx="14142720" cy="3657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14272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342" r="0" b="-2534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4142720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DESIGN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&amp; ARCHITECTURE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15200" y="3383280"/>
            <a:ext cx="3840480" cy="1371600"/>
            <a:chOff x="0" y="0"/>
            <a:chExt cx="512064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12064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3-Tier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34423" y="3370583"/>
            <a:ext cx="98555" cy="6151883"/>
            <a:chOff x="0" y="0"/>
            <a:chExt cx="131407" cy="82025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97536" cy="8168640"/>
            </a:xfrm>
            <a:custGeom>
              <a:avLst/>
              <a:gdLst/>
              <a:ahLst/>
              <a:cxnLst/>
              <a:rect r="r" b="b" t="t" l="l"/>
              <a:pathLst>
                <a:path h="8168640" w="97536">
                  <a:moveTo>
                    <a:pt x="0" y="0"/>
                  </a:moveTo>
                  <a:lnTo>
                    <a:pt x="97536" y="0"/>
                  </a:lnTo>
                  <a:lnTo>
                    <a:pt x="97536" y="8168640"/>
                  </a:lnTo>
                  <a:lnTo>
                    <a:pt x="0" y="816864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1318" cy="8202422"/>
            </a:xfrm>
            <a:custGeom>
              <a:avLst/>
              <a:gdLst/>
              <a:ahLst/>
              <a:cxnLst/>
              <a:rect r="r" b="b" t="t" l="l"/>
              <a:pathLst>
                <a:path h="820242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8185531"/>
                  </a:lnTo>
                  <a:cubicBezTo>
                    <a:pt x="131318" y="8194929"/>
                    <a:pt x="123698" y="8202422"/>
                    <a:pt x="114427" y="8202422"/>
                  </a:cubicBezTo>
                  <a:lnTo>
                    <a:pt x="16891" y="8202422"/>
                  </a:lnTo>
                  <a:cubicBezTo>
                    <a:pt x="7493" y="8202422"/>
                    <a:pt x="0" y="8194802"/>
                    <a:pt x="0" y="8185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185531"/>
                  </a:lnTo>
                  <a:lnTo>
                    <a:pt x="16891" y="8185531"/>
                  </a:lnTo>
                  <a:lnTo>
                    <a:pt x="16891" y="8168640"/>
                  </a:lnTo>
                  <a:lnTo>
                    <a:pt x="114427" y="8168640"/>
                  </a:lnTo>
                  <a:lnTo>
                    <a:pt x="114427" y="8185531"/>
                  </a:lnTo>
                  <a:lnTo>
                    <a:pt x="97536" y="818553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521440" y="3438144"/>
            <a:ext cx="1463040" cy="512064"/>
            <a:chOff x="0" y="0"/>
            <a:chExt cx="195072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CC00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521440" y="3950208"/>
            <a:ext cx="6309360" cy="548640"/>
            <a:chOff x="0" y="0"/>
            <a:chExt cx="84124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412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Presentation Layer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521440" y="4498848"/>
            <a:ext cx="6309360" cy="768096"/>
            <a:chOff x="0" y="0"/>
            <a:chExt cx="8412480" cy="10241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12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4124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+ Vite SPA — Login, Dashboard, Report Form, PDF Download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521440" y="5449824"/>
            <a:ext cx="1463040" cy="512064"/>
            <a:chOff x="0" y="0"/>
            <a:chExt cx="1950720" cy="68275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CC00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521440" y="5961888"/>
            <a:ext cx="6309360" cy="548640"/>
            <a:chOff x="0" y="0"/>
            <a:chExt cx="841248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412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 Layer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521440" y="6510528"/>
            <a:ext cx="6309360" cy="768096"/>
            <a:chOff x="0" y="0"/>
            <a:chExt cx="841248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12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4124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+ Express REST API — JWT Auth, Multer, Interview Routes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521440" y="7461504"/>
            <a:ext cx="1463040" cy="512064"/>
            <a:chOff x="0" y="0"/>
            <a:chExt cx="195072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50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950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00">
                  <a:solidFill>
                    <a:srgbClr val="CC002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TIER 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521440" y="7973568"/>
            <a:ext cx="6309360" cy="548640"/>
            <a:chOff x="0" y="0"/>
            <a:chExt cx="84124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412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&amp; AI Layer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521440" y="8522208"/>
            <a:ext cx="6309360" cy="768096"/>
            <a:chOff x="0" y="0"/>
            <a:chExt cx="841248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4124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0055" r="0" b="-1100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41248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 (Mongoose) + Google Gemini AI + Puppeteer PDF Engine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007840" y="9144000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791963" cy="10312403"/>
            <a:chOff x="0" y="0"/>
            <a:chExt cx="90559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022081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9022081">
                  <a:moveTo>
                    <a:pt x="0" y="0"/>
                  </a:moveTo>
                  <a:lnTo>
                    <a:pt x="9022081" y="0"/>
                  </a:lnTo>
                  <a:lnTo>
                    <a:pt x="9022081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558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9055862">
                  <a:moveTo>
                    <a:pt x="16891" y="0"/>
                  </a:moveTo>
                  <a:lnTo>
                    <a:pt x="9038972" y="0"/>
                  </a:lnTo>
                  <a:cubicBezTo>
                    <a:pt x="9048369" y="0"/>
                    <a:pt x="9055862" y="7620"/>
                    <a:pt x="9055862" y="16891"/>
                  </a:cubicBezTo>
                  <a:lnTo>
                    <a:pt x="9055862" y="13732890"/>
                  </a:lnTo>
                  <a:cubicBezTo>
                    <a:pt x="9055862" y="13742290"/>
                    <a:pt x="9048242" y="13749782"/>
                    <a:pt x="9038972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9038972" y="13716000"/>
                  </a:lnTo>
                  <a:lnTo>
                    <a:pt x="9038972" y="13732890"/>
                  </a:lnTo>
                  <a:lnTo>
                    <a:pt x="9022080" y="13732890"/>
                  </a:lnTo>
                  <a:lnTo>
                    <a:pt x="9022080" y="16891"/>
                  </a:lnTo>
                  <a:lnTo>
                    <a:pt x="9038972" y="16891"/>
                  </a:lnTo>
                  <a:lnTo>
                    <a:pt x="90389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32320" y="707767"/>
            <a:ext cx="10789920" cy="2858393"/>
            <a:chOff x="0" y="0"/>
            <a:chExt cx="14386560" cy="38111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86561" cy="3811191"/>
            </a:xfrm>
            <a:custGeom>
              <a:avLst/>
              <a:gdLst/>
              <a:ahLst/>
              <a:cxnLst/>
              <a:rect r="r" b="b" t="t" l="l"/>
              <a:pathLst>
                <a:path h="3811191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3811191"/>
                  </a:lnTo>
                  <a:lnTo>
                    <a:pt x="0" y="38111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1" r="0" b="-74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386560" cy="38492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&amp; OUTCOMES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2320" y="3840480"/>
            <a:ext cx="3474720" cy="1371600"/>
            <a:chOff x="0" y="0"/>
            <a:chExt cx="463296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32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63296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</a:t>
              </a:r>
            </a:p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Outcome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868663" y="3827783"/>
            <a:ext cx="98555" cy="5511803"/>
            <a:chOff x="0" y="0"/>
            <a:chExt cx="131407" cy="73490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97536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">
                  <a:moveTo>
                    <a:pt x="0" y="0"/>
                  </a:moveTo>
                  <a:lnTo>
                    <a:pt x="97536" y="0"/>
                  </a:lnTo>
                  <a:lnTo>
                    <a:pt x="97536" y="7315200"/>
                  </a:lnTo>
                  <a:lnTo>
                    <a:pt x="0" y="731520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318" cy="7348982"/>
            </a:xfrm>
            <a:custGeom>
              <a:avLst/>
              <a:gdLst/>
              <a:ahLst/>
              <a:cxnLst/>
              <a:rect r="r" b="b" t="t" l="l"/>
              <a:pathLst>
                <a:path h="734898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7332091"/>
                  </a:lnTo>
                  <a:cubicBezTo>
                    <a:pt x="131318" y="7341489"/>
                    <a:pt x="123698" y="7348982"/>
                    <a:pt x="114427" y="7348982"/>
                  </a:cubicBezTo>
                  <a:lnTo>
                    <a:pt x="16891" y="7348982"/>
                  </a:lnTo>
                  <a:cubicBezTo>
                    <a:pt x="7493" y="7348982"/>
                    <a:pt x="0" y="7341362"/>
                    <a:pt x="0" y="7332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332091"/>
                  </a:lnTo>
                  <a:lnTo>
                    <a:pt x="16891" y="7332091"/>
                  </a:lnTo>
                  <a:lnTo>
                    <a:pt x="16891" y="7315200"/>
                  </a:lnTo>
                  <a:lnTo>
                    <a:pt x="114427" y="7315200"/>
                  </a:lnTo>
                  <a:lnTo>
                    <a:pt x="114427" y="7332091"/>
                  </a:lnTo>
                  <a:lnTo>
                    <a:pt x="97536" y="733209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155680" y="3877056"/>
            <a:ext cx="6766560" cy="512064"/>
            <a:chOff x="0" y="0"/>
            <a:chExt cx="90220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 Interview Reports Generated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155680" y="4425696"/>
            <a:ext cx="6766560" cy="1060704"/>
            <a:chOff x="0" y="0"/>
            <a:chExt cx="9022080" cy="14142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220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01" r="0" b="-743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0220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system successfully produces structured JSON reports with match scores, 5-10 technical questions, behavioral questions, skill-gap severity analysis, and day-wise prep plans — all in under 20 seconds per request.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155680" y="5669280"/>
            <a:ext cx="6766560" cy="512064"/>
            <a:chOff x="0" y="0"/>
            <a:chExt cx="90220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ATS-Optimized Resume PDFs Exported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155680" y="6217920"/>
            <a:ext cx="6766560" cy="1060704"/>
            <a:chOff x="0" y="0"/>
            <a:chExt cx="9022080" cy="14142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220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01" r="0" b="-743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0220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AI-generated HTML resumes are rendered by Puppeteer into professional A4 PDFs, customized to the specific job description with proper formatting, avoiding multi-column layouts for ATS compatibility.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155680" y="7461504"/>
            <a:ext cx="6766560" cy="512064"/>
            <a:chOff x="0" y="0"/>
            <a:chExt cx="90220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0220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Multi-User Authentication Working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55680" y="8010144"/>
            <a:ext cx="6766560" cy="1060704"/>
            <a:chOff x="0" y="0"/>
            <a:chExt cx="902208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220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01" r="0" b="-7430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02208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+ bcrypt authentication enables persistent, per-user report storage in MongoDB. Token blacklisting on logout prevents session replay attacks. All protected routes enforce auth middleware.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007840" y="9144000"/>
            <a:ext cx="731520" cy="548640"/>
            <a:chOff x="0" y="0"/>
            <a:chExt cx="9753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80743" y="-12697"/>
            <a:ext cx="2219963" cy="10312403"/>
            <a:chOff x="0" y="0"/>
            <a:chExt cx="29599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92608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98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95986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13732890"/>
                  </a:lnTo>
                  <a:cubicBezTo>
                    <a:pt x="2959862" y="13742290"/>
                    <a:pt x="2952242" y="13749782"/>
                    <a:pt x="294297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942971" y="13716000"/>
                  </a:lnTo>
                  <a:lnTo>
                    <a:pt x="2942971" y="13732890"/>
                  </a:lnTo>
                  <a:lnTo>
                    <a:pt x="2926080" y="13732890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72000" y="-548640"/>
            <a:ext cx="10058400" cy="7680960"/>
            <a:chOff x="0" y="0"/>
            <a:chExt cx="13411200" cy="1024128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1341120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0241280"/>
                  </a:lnTo>
                  <a:lnTo>
                    <a:pt x="0" y="10241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99" r="0" b="-31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607" y="865127"/>
            <a:ext cx="354587" cy="125987"/>
            <a:chOff x="0" y="0"/>
            <a:chExt cx="472783" cy="1679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607" y="1249175"/>
            <a:ext cx="354587" cy="125987"/>
            <a:chOff x="0" y="0"/>
            <a:chExt cx="472783" cy="1679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3607" y="1633223"/>
            <a:ext cx="354587" cy="125987"/>
            <a:chOff x="0" y="0"/>
            <a:chExt cx="472783" cy="1679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607" y="2017271"/>
            <a:ext cx="354587" cy="125987"/>
            <a:chOff x="0" y="0"/>
            <a:chExt cx="472783" cy="167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607" y="2401319"/>
            <a:ext cx="354587" cy="125987"/>
            <a:chOff x="0" y="0"/>
            <a:chExt cx="472783" cy="16798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607" y="2785367"/>
            <a:ext cx="354587" cy="125987"/>
            <a:chOff x="0" y="0"/>
            <a:chExt cx="472783" cy="167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607" y="3169415"/>
            <a:ext cx="354587" cy="125987"/>
            <a:chOff x="0" y="0"/>
            <a:chExt cx="472783" cy="1679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07" y="3553463"/>
            <a:ext cx="354587" cy="125987"/>
            <a:chOff x="0" y="0"/>
            <a:chExt cx="472783" cy="1679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607" y="3937511"/>
            <a:ext cx="354587" cy="125987"/>
            <a:chOff x="0" y="0"/>
            <a:chExt cx="472783" cy="167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607" y="4321559"/>
            <a:ext cx="354587" cy="125987"/>
            <a:chOff x="0" y="0"/>
            <a:chExt cx="472783" cy="16798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3607" y="4705607"/>
            <a:ext cx="354587" cy="125987"/>
            <a:chOff x="0" y="0"/>
            <a:chExt cx="472783" cy="16798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607" y="5089655"/>
            <a:ext cx="354587" cy="125987"/>
            <a:chOff x="0" y="0"/>
            <a:chExt cx="472783" cy="16798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3607" y="5473703"/>
            <a:ext cx="354587" cy="125987"/>
            <a:chOff x="0" y="0"/>
            <a:chExt cx="472783" cy="16798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3607" y="5857751"/>
            <a:ext cx="354587" cy="125987"/>
            <a:chOff x="0" y="0"/>
            <a:chExt cx="472783" cy="16798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0D1B4B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4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" y="365760"/>
            <a:ext cx="14630400" cy="1737360"/>
            <a:chOff x="0" y="0"/>
            <a:chExt cx="19507200" cy="2316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5072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9507200" cy="2364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919"/>
                </a:lnSpc>
              </a:pPr>
              <a:r>
                <a:rPr lang="en-US" sz="116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40080" y="2468880"/>
            <a:ext cx="3474720" cy="1316736"/>
            <a:chOff x="0" y="0"/>
            <a:chExt cx="4632960" cy="17556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32960" cy="1755648"/>
            </a:xfrm>
            <a:custGeom>
              <a:avLst/>
              <a:gdLst/>
              <a:ahLst/>
              <a:cxnLst/>
              <a:rect r="r" b="b" t="t" l="l"/>
              <a:pathLst>
                <a:path h="1755648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18" r="0" b="-14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632960" cy="17746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</a:t>
              </a:r>
            </a:p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0D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Summary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0" y="6035040"/>
            <a:ext cx="3657600" cy="3657600"/>
            <a:chOff x="0" y="0"/>
            <a:chExt cx="4876800" cy="4876800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4876800" cy="4876800"/>
            </a:xfrm>
            <a:custGeom>
              <a:avLst/>
              <a:gdLst/>
              <a:ahLst/>
              <a:cxnLst/>
              <a:rect r="r" b="b" t="t" l="l"/>
              <a:pathLst>
                <a:path h="48768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876800"/>
                  </a:lnTo>
                  <a:lnTo>
                    <a:pt x="0" y="487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376423" y="2456183"/>
            <a:ext cx="98555" cy="6243323"/>
            <a:chOff x="0" y="0"/>
            <a:chExt cx="131407" cy="832443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97536" cy="8290560"/>
            </a:xfrm>
            <a:custGeom>
              <a:avLst/>
              <a:gdLst/>
              <a:ahLst/>
              <a:cxnLst/>
              <a:rect r="r" b="b" t="t" l="l"/>
              <a:pathLst>
                <a:path h="8290560" w="97536">
                  <a:moveTo>
                    <a:pt x="0" y="0"/>
                  </a:moveTo>
                  <a:lnTo>
                    <a:pt x="97536" y="0"/>
                  </a:lnTo>
                  <a:lnTo>
                    <a:pt x="97536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AAAACC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1318" cy="8324342"/>
            </a:xfrm>
            <a:custGeom>
              <a:avLst/>
              <a:gdLst/>
              <a:ahLst/>
              <a:cxnLst/>
              <a:rect r="r" b="b" t="t" l="l"/>
              <a:pathLst>
                <a:path h="832434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8307451"/>
                  </a:lnTo>
                  <a:cubicBezTo>
                    <a:pt x="131318" y="8316849"/>
                    <a:pt x="123698" y="8324342"/>
                    <a:pt x="114427" y="8324342"/>
                  </a:cubicBezTo>
                  <a:lnTo>
                    <a:pt x="16891" y="8324342"/>
                  </a:lnTo>
                  <a:cubicBezTo>
                    <a:pt x="7493" y="8324342"/>
                    <a:pt x="0" y="8316722"/>
                    <a:pt x="0" y="830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307451"/>
                  </a:lnTo>
                  <a:lnTo>
                    <a:pt x="16891" y="8307451"/>
                  </a:lnTo>
                  <a:lnTo>
                    <a:pt x="16891" y="8290560"/>
                  </a:lnTo>
                  <a:lnTo>
                    <a:pt x="114427" y="8290560"/>
                  </a:lnTo>
                  <a:lnTo>
                    <a:pt x="114427" y="8307451"/>
                  </a:lnTo>
                  <a:lnTo>
                    <a:pt x="97536" y="830745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AAAC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4681728" y="2523744"/>
            <a:ext cx="11155680" cy="548640"/>
            <a:chOff x="0" y="0"/>
            <a:chExt cx="1487424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87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4874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All project objectives successfully achieved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681728" y="3127248"/>
            <a:ext cx="11155680" cy="2103120"/>
            <a:chOff x="0" y="0"/>
            <a:chExt cx="14874240" cy="2804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87423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355" r="0" b="-533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1487424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application delivers a complete, end-to-end AI-powered career preparation tool. Secure JWT authentication, AI report generation via Google Gemini, skill-gap analysis with severity classification, and ATS-optimized PDF generation are all fully functional.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681728" y="5486400"/>
            <a:ext cx="11155680" cy="548640"/>
            <a:chOff x="0" y="0"/>
            <a:chExt cx="14874240" cy="7315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874239" cy="731520"/>
            </a:xfrm>
            <a:custGeom>
              <a:avLst/>
              <a:gdLst/>
              <a:ahLst/>
              <a:cxnLst/>
              <a:rect r="r" b="b" t="t" l="l"/>
              <a:pathLst>
                <a:path h="73152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48742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4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MERN stack + AI integration demonstrated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681728" y="6089904"/>
            <a:ext cx="11155680" cy="2103120"/>
            <a:chOff x="0" y="0"/>
            <a:chExt cx="14874240" cy="28041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874239" cy="2804160"/>
            </a:xfrm>
            <a:custGeom>
              <a:avLst/>
              <a:gdLst/>
              <a:ahLst/>
              <a:cxnLst/>
              <a:rect r="r" b="b" t="t" l="l"/>
              <a:pathLst>
                <a:path h="280416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355" r="0" b="-533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4874240" cy="285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4444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project demonstrates practical application of full-stack development (Node.js, Express, React, MongoDB) combined with Generative AI (Gemini API), structured output validation (Zod), and headless browser rendering (Puppeteer) in a real-world use case.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544800" y="9107424"/>
            <a:ext cx="731520" cy="548640"/>
            <a:chOff x="0" y="0"/>
            <a:chExt cx="97536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0D1B4B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-12697" y="9771383"/>
            <a:ext cx="18313403" cy="528323"/>
            <a:chOff x="0" y="0"/>
            <a:chExt cx="24417871" cy="70443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6891" y="16891"/>
              <a:ext cx="24383999" cy="670560"/>
            </a:xfrm>
            <a:custGeom>
              <a:avLst/>
              <a:gdLst/>
              <a:ahLst/>
              <a:cxnLst/>
              <a:rect r="r" b="b" t="t" l="l"/>
              <a:pathLst>
                <a:path h="6705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417782" cy="704344"/>
            </a:xfrm>
            <a:custGeom>
              <a:avLst/>
              <a:gdLst/>
              <a:ahLst/>
              <a:cxnLst/>
              <a:rect r="r" b="b" t="t" l="l"/>
              <a:pathLst>
                <a:path h="7043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87451"/>
                  </a:lnTo>
                  <a:cubicBezTo>
                    <a:pt x="24417782" y="696849"/>
                    <a:pt x="24410163" y="704342"/>
                    <a:pt x="24400890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24400890" y="670560"/>
                  </a:lnTo>
                  <a:lnTo>
                    <a:pt x="24400890" y="687451"/>
                  </a:lnTo>
                  <a:lnTo>
                    <a:pt x="24384000" y="6874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091E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-12697" y="9771383"/>
            <a:ext cx="2329691" cy="528323"/>
            <a:chOff x="0" y="0"/>
            <a:chExt cx="3106255" cy="70443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CC0022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0022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2273303" y="9771383"/>
            <a:ext cx="2329691" cy="528323"/>
            <a:chOff x="0" y="0"/>
            <a:chExt cx="3106255" cy="70443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AF0037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F0037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4559303" y="9771383"/>
            <a:ext cx="2329691" cy="528323"/>
            <a:chOff x="0" y="0"/>
            <a:chExt cx="3106255" cy="70443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92004C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2004C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845303" y="9771383"/>
            <a:ext cx="2329691" cy="528323"/>
            <a:chOff x="0" y="0"/>
            <a:chExt cx="3106255" cy="7044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750061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50061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131303" y="9771383"/>
            <a:ext cx="2329691" cy="528323"/>
            <a:chOff x="0" y="0"/>
            <a:chExt cx="3106255" cy="7044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570075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70075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417303" y="9771383"/>
            <a:ext cx="2329691" cy="528323"/>
            <a:chOff x="0" y="0"/>
            <a:chExt cx="3106255" cy="7044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3A008A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008A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703303" y="9771383"/>
            <a:ext cx="2329691" cy="528323"/>
            <a:chOff x="0" y="0"/>
            <a:chExt cx="3106255" cy="70443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1D009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D009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989303" y="9771383"/>
            <a:ext cx="2329691" cy="528323"/>
            <a:chOff x="0" y="0"/>
            <a:chExt cx="3106255" cy="70443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16891" y="16891"/>
              <a:ext cx="3072384" cy="670560"/>
            </a:xfrm>
            <a:custGeom>
              <a:avLst/>
              <a:gdLst/>
              <a:ahLst/>
              <a:cxnLst/>
              <a:rect r="r" b="b" t="t" l="l"/>
              <a:pathLst>
                <a:path h="670560" w="3072384">
                  <a:moveTo>
                    <a:pt x="0" y="0"/>
                  </a:moveTo>
                  <a:lnTo>
                    <a:pt x="3072384" y="0"/>
                  </a:lnTo>
                  <a:lnTo>
                    <a:pt x="3072384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0000B4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106166" cy="704344"/>
            </a:xfrm>
            <a:custGeom>
              <a:avLst/>
              <a:gdLst/>
              <a:ahLst/>
              <a:cxnLst/>
              <a:rect r="r" b="b" t="t" l="l"/>
              <a:pathLst>
                <a:path h="704344" w="3106166">
                  <a:moveTo>
                    <a:pt x="16891" y="0"/>
                  </a:moveTo>
                  <a:lnTo>
                    <a:pt x="3089275" y="0"/>
                  </a:lnTo>
                  <a:cubicBezTo>
                    <a:pt x="3098673" y="0"/>
                    <a:pt x="3106166" y="7620"/>
                    <a:pt x="3106166" y="16891"/>
                  </a:cubicBezTo>
                  <a:lnTo>
                    <a:pt x="3106166" y="687451"/>
                  </a:lnTo>
                  <a:cubicBezTo>
                    <a:pt x="3106166" y="696849"/>
                    <a:pt x="3098546" y="704342"/>
                    <a:pt x="3089275" y="704342"/>
                  </a:cubicBezTo>
                  <a:lnTo>
                    <a:pt x="16891" y="704342"/>
                  </a:lnTo>
                  <a:cubicBezTo>
                    <a:pt x="7620" y="704469"/>
                    <a:pt x="0" y="696849"/>
                    <a:pt x="0" y="687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16891" y="670560"/>
                  </a:lnTo>
                  <a:lnTo>
                    <a:pt x="3089275" y="670560"/>
                  </a:lnTo>
                  <a:lnTo>
                    <a:pt x="3089275" y="687451"/>
                  </a:lnTo>
                  <a:lnTo>
                    <a:pt x="3072384" y="687451"/>
                  </a:lnTo>
                  <a:lnTo>
                    <a:pt x="3072384" y="16891"/>
                  </a:lnTo>
                  <a:lnTo>
                    <a:pt x="3089275" y="16891"/>
                  </a:lnTo>
                  <a:lnTo>
                    <a:pt x="308927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B4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607" y="993143"/>
            <a:ext cx="354587" cy="125987"/>
            <a:chOff x="0" y="0"/>
            <a:chExt cx="472783" cy="1679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607" y="1377191"/>
            <a:ext cx="354587" cy="125987"/>
            <a:chOff x="0" y="0"/>
            <a:chExt cx="472783" cy="167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607" y="1761239"/>
            <a:ext cx="354587" cy="125987"/>
            <a:chOff x="0" y="0"/>
            <a:chExt cx="472783" cy="167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3607" y="2145287"/>
            <a:ext cx="354587" cy="125987"/>
            <a:chOff x="0" y="0"/>
            <a:chExt cx="472783" cy="167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3607" y="2529335"/>
            <a:ext cx="354587" cy="125987"/>
            <a:chOff x="0" y="0"/>
            <a:chExt cx="472783" cy="1679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3607" y="2913383"/>
            <a:ext cx="354587" cy="125987"/>
            <a:chOff x="0" y="0"/>
            <a:chExt cx="472783" cy="167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607" y="3297431"/>
            <a:ext cx="354587" cy="125987"/>
            <a:chOff x="0" y="0"/>
            <a:chExt cx="472783" cy="1679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607" y="3681479"/>
            <a:ext cx="354587" cy="125987"/>
            <a:chOff x="0" y="0"/>
            <a:chExt cx="472783" cy="167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3607" y="4065527"/>
            <a:ext cx="354587" cy="125987"/>
            <a:chOff x="0" y="0"/>
            <a:chExt cx="472783" cy="167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607" y="4449575"/>
            <a:ext cx="354587" cy="125987"/>
            <a:chOff x="0" y="0"/>
            <a:chExt cx="472783" cy="1679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3607" y="4833623"/>
            <a:ext cx="354587" cy="125987"/>
            <a:chOff x="0" y="0"/>
            <a:chExt cx="472783" cy="1679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3607" y="5217671"/>
            <a:ext cx="354587" cy="125987"/>
            <a:chOff x="0" y="0"/>
            <a:chExt cx="472783" cy="1679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799815" y="2181863"/>
            <a:ext cx="354587" cy="125987"/>
            <a:chOff x="0" y="0"/>
            <a:chExt cx="472783" cy="167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799815" y="2693927"/>
            <a:ext cx="354587" cy="125987"/>
            <a:chOff x="0" y="0"/>
            <a:chExt cx="472783" cy="1679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7799815" y="3205991"/>
            <a:ext cx="354587" cy="125987"/>
            <a:chOff x="0" y="0"/>
            <a:chExt cx="472783" cy="1679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799815" y="3718055"/>
            <a:ext cx="354587" cy="125987"/>
            <a:chOff x="0" y="0"/>
            <a:chExt cx="472783" cy="1679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7799815" y="4230119"/>
            <a:ext cx="354587" cy="125987"/>
            <a:chOff x="0" y="0"/>
            <a:chExt cx="472783" cy="1679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7799815" y="4742183"/>
            <a:ext cx="354587" cy="125987"/>
            <a:chOff x="0" y="0"/>
            <a:chExt cx="472783" cy="1679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799815" y="5254247"/>
            <a:ext cx="354587" cy="125987"/>
            <a:chOff x="0" y="0"/>
            <a:chExt cx="472783" cy="167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7799815" y="5766311"/>
            <a:ext cx="354587" cy="125987"/>
            <a:chOff x="0" y="0"/>
            <a:chExt cx="472783" cy="16798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7799815" y="6278375"/>
            <a:ext cx="354587" cy="125987"/>
            <a:chOff x="0" y="0"/>
            <a:chExt cx="472783" cy="1679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38912" cy="134112"/>
            </a:xfrm>
            <a:custGeom>
              <a:avLst/>
              <a:gdLst/>
              <a:ahLst/>
              <a:cxnLst/>
              <a:rect r="r" b="b" t="t" l="l"/>
              <a:pathLst>
                <a:path h="1341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4112"/>
                  </a:lnTo>
                  <a:lnTo>
                    <a:pt x="0" y="1341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2694" cy="167896"/>
            </a:xfrm>
            <a:custGeom>
              <a:avLst/>
              <a:gdLst/>
              <a:ahLst/>
              <a:cxnLst/>
              <a:rect r="r" b="b" t="t" l="l"/>
              <a:pathLst>
                <a:path h="167896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51003"/>
                  </a:lnTo>
                  <a:cubicBezTo>
                    <a:pt x="472694" y="160401"/>
                    <a:pt x="465074" y="167894"/>
                    <a:pt x="455803" y="167894"/>
                  </a:cubicBezTo>
                  <a:lnTo>
                    <a:pt x="16891" y="167894"/>
                  </a:lnTo>
                  <a:cubicBezTo>
                    <a:pt x="7620" y="168021"/>
                    <a:pt x="0" y="160401"/>
                    <a:pt x="0" y="151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1003"/>
                  </a:lnTo>
                  <a:lnTo>
                    <a:pt x="16891" y="151003"/>
                  </a:lnTo>
                  <a:lnTo>
                    <a:pt x="16891" y="134112"/>
                  </a:lnTo>
                  <a:lnTo>
                    <a:pt x="455803" y="134112"/>
                  </a:lnTo>
                  <a:lnTo>
                    <a:pt x="455803" y="151003"/>
                  </a:lnTo>
                  <a:lnTo>
                    <a:pt x="438912" y="151003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541147" y="1056137"/>
            <a:ext cx="2194560" cy="1188720"/>
            <a:chOff x="0" y="0"/>
            <a:chExt cx="2926080" cy="1584960"/>
          </a:xfrm>
        </p:grpSpPr>
        <p:sp>
          <p:nvSpPr>
            <p:cNvPr name="Freeform 66" id="66" descr="/home/claude/srgi_logo.png"/>
            <p:cNvSpPr/>
            <p:nvPr/>
          </p:nvSpPr>
          <p:spPr>
            <a:xfrm flipH="false" flipV="false" rot="0">
              <a:off x="0" y="0"/>
              <a:ext cx="29260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46" r="0" b="-1346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778240" y="588778"/>
            <a:ext cx="9144000" cy="4754880"/>
            <a:chOff x="0" y="0"/>
            <a:chExt cx="12192000" cy="6339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92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2192000" cy="638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</a:t>
              </a:r>
            </a:p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778240" y="5394836"/>
            <a:ext cx="9144000" cy="768096"/>
            <a:chOff x="0" y="0"/>
            <a:chExt cx="12192000" cy="10241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1219200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 &amp; Discussion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7099280" y="5815584"/>
            <a:ext cx="731520" cy="548640"/>
            <a:chOff x="0" y="0"/>
            <a:chExt cx="97536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753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778240" y="6272660"/>
            <a:ext cx="8961120" cy="512064"/>
            <a:chOff x="0" y="0"/>
            <a:chExt cx="1194816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Thank you for your time and attention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778240" y="6930266"/>
            <a:ext cx="8961120" cy="512064"/>
            <a:chOff x="0" y="0"/>
            <a:chExt cx="1194816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SRGI, Jabalpur [M.P.]  |  B.Tech CSE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778240" y="8083296"/>
            <a:ext cx="8961120" cy="512064"/>
            <a:chOff x="0" y="0"/>
            <a:chExt cx="1194816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https://github.com/mohittiwari03/GEN-AI-RESUME-INTERVIEW-APP.git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778240" y="8686800"/>
            <a:ext cx="8961120" cy="457200"/>
            <a:chOff x="0" y="0"/>
            <a:chExt cx="1194816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C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the guidance of Prof. Nitin Shukla | HOD, CSE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00406" y="9527286"/>
            <a:ext cx="17887188" cy="605028"/>
            <a:chOff x="0" y="0"/>
            <a:chExt cx="23849584" cy="80670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25400" y="25400"/>
              <a:ext cx="23798785" cy="755904"/>
            </a:xfrm>
            <a:custGeom>
              <a:avLst/>
              <a:gdLst/>
              <a:ahLst/>
              <a:cxnLst/>
              <a:rect r="r" b="b" t="t" l="l"/>
              <a:pathLst>
                <a:path h="755904" w="23798785">
                  <a:moveTo>
                    <a:pt x="0" y="365760"/>
                  </a:moveTo>
                  <a:cubicBezTo>
                    <a:pt x="0" y="163703"/>
                    <a:pt x="174371" y="0"/>
                    <a:pt x="389509" y="0"/>
                  </a:cubicBezTo>
                  <a:lnTo>
                    <a:pt x="23409275" y="0"/>
                  </a:lnTo>
                  <a:cubicBezTo>
                    <a:pt x="23624414" y="0"/>
                    <a:pt x="23798785" y="163703"/>
                    <a:pt x="23798785" y="365760"/>
                  </a:cubicBezTo>
                  <a:lnTo>
                    <a:pt x="23798785" y="390144"/>
                  </a:lnTo>
                  <a:cubicBezTo>
                    <a:pt x="23798785" y="592201"/>
                    <a:pt x="23624414" y="755904"/>
                    <a:pt x="23409275" y="755904"/>
                  </a:cubicBezTo>
                  <a:lnTo>
                    <a:pt x="389509" y="755904"/>
                  </a:lnTo>
                  <a:cubicBezTo>
                    <a:pt x="174371" y="755904"/>
                    <a:pt x="0" y="592201"/>
                    <a:pt x="0" y="390144"/>
                  </a:cubicBezTo>
                  <a:close/>
                </a:path>
              </a:pathLst>
            </a:custGeom>
            <a:solidFill>
              <a:srgbClr val="06091E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3849585" cy="806704"/>
            </a:xfrm>
            <a:custGeom>
              <a:avLst/>
              <a:gdLst/>
              <a:ahLst/>
              <a:cxnLst/>
              <a:rect r="r" b="b" t="t" l="l"/>
              <a:pathLst>
                <a:path h="806704" w="23849585">
                  <a:moveTo>
                    <a:pt x="0" y="391160"/>
                  </a:moveTo>
                  <a:cubicBezTo>
                    <a:pt x="0" y="173609"/>
                    <a:pt x="187325" y="0"/>
                    <a:pt x="414909" y="0"/>
                  </a:cubicBezTo>
                  <a:lnTo>
                    <a:pt x="23434675" y="0"/>
                  </a:lnTo>
                  <a:lnTo>
                    <a:pt x="23434675" y="25400"/>
                  </a:lnTo>
                  <a:lnTo>
                    <a:pt x="23434675" y="0"/>
                  </a:lnTo>
                  <a:cubicBezTo>
                    <a:pt x="23662260" y="0"/>
                    <a:pt x="23849585" y="173609"/>
                    <a:pt x="23849585" y="391160"/>
                  </a:cubicBezTo>
                  <a:lnTo>
                    <a:pt x="23824185" y="391160"/>
                  </a:lnTo>
                  <a:lnTo>
                    <a:pt x="23849585" y="391160"/>
                  </a:lnTo>
                  <a:lnTo>
                    <a:pt x="23849585" y="415544"/>
                  </a:lnTo>
                  <a:lnTo>
                    <a:pt x="23824185" y="415544"/>
                  </a:lnTo>
                  <a:lnTo>
                    <a:pt x="23849585" y="415544"/>
                  </a:lnTo>
                  <a:cubicBezTo>
                    <a:pt x="23849585" y="633095"/>
                    <a:pt x="23662260" y="806704"/>
                    <a:pt x="23434675" y="806704"/>
                  </a:cubicBezTo>
                  <a:lnTo>
                    <a:pt x="23434675" y="781304"/>
                  </a:lnTo>
                  <a:lnTo>
                    <a:pt x="23434675" y="806704"/>
                  </a:lnTo>
                  <a:lnTo>
                    <a:pt x="414909" y="806704"/>
                  </a:lnTo>
                  <a:lnTo>
                    <a:pt x="414909" y="781304"/>
                  </a:lnTo>
                  <a:lnTo>
                    <a:pt x="414909" y="806704"/>
                  </a:lnTo>
                  <a:cubicBezTo>
                    <a:pt x="187325" y="806704"/>
                    <a:pt x="0" y="633095"/>
                    <a:pt x="0" y="415544"/>
                  </a:cubicBezTo>
                  <a:lnTo>
                    <a:pt x="0" y="391160"/>
                  </a:lnTo>
                  <a:lnTo>
                    <a:pt x="25400" y="391160"/>
                  </a:lnTo>
                  <a:lnTo>
                    <a:pt x="0" y="391160"/>
                  </a:lnTo>
                  <a:moveTo>
                    <a:pt x="50800" y="391160"/>
                  </a:moveTo>
                  <a:lnTo>
                    <a:pt x="50800" y="415544"/>
                  </a:lnTo>
                  <a:lnTo>
                    <a:pt x="25400" y="415544"/>
                  </a:lnTo>
                  <a:lnTo>
                    <a:pt x="50800" y="415544"/>
                  </a:lnTo>
                  <a:cubicBezTo>
                    <a:pt x="50800" y="601980"/>
                    <a:pt x="212344" y="755904"/>
                    <a:pt x="414909" y="755904"/>
                  </a:cubicBezTo>
                  <a:lnTo>
                    <a:pt x="23434675" y="755904"/>
                  </a:lnTo>
                  <a:cubicBezTo>
                    <a:pt x="23637239" y="755904"/>
                    <a:pt x="23798785" y="601980"/>
                    <a:pt x="23798785" y="415544"/>
                  </a:cubicBezTo>
                  <a:lnTo>
                    <a:pt x="23798785" y="391160"/>
                  </a:lnTo>
                  <a:cubicBezTo>
                    <a:pt x="23798785" y="204724"/>
                    <a:pt x="23637239" y="50800"/>
                    <a:pt x="23434675" y="50800"/>
                  </a:cubicBezTo>
                  <a:lnTo>
                    <a:pt x="414909" y="50800"/>
                  </a:lnTo>
                  <a:lnTo>
                    <a:pt x="414909" y="25400"/>
                  </a:lnTo>
                  <a:lnTo>
                    <a:pt x="414909" y="50800"/>
                  </a:lnTo>
                  <a:cubicBezTo>
                    <a:pt x="212344" y="50800"/>
                    <a:pt x="50800" y="204724"/>
                    <a:pt x="50800" y="3911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40080" y="9546336"/>
            <a:ext cx="9144000" cy="566928"/>
            <a:chOff x="0" y="0"/>
            <a:chExt cx="12192000" cy="75590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192000" cy="755904"/>
            </a:xfrm>
            <a:custGeom>
              <a:avLst/>
              <a:gdLst/>
              <a:ahLst/>
              <a:cxnLst/>
              <a:rect r="r" b="b" t="t" l="l"/>
              <a:pathLst>
                <a:path h="75590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219200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Affiliated to R.G.P.V. | Approved by AICTE New Delhi &amp; Govt. of M.P.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716000" y="9546336"/>
            <a:ext cx="4023360" cy="566928"/>
            <a:chOff x="0" y="0"/>
            <a:chExt cx="5364480" cy="75590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64480" cy="755904"/>
            </a:xfrm>
            <a:custGeom>
              <a:avLst/>
              <a:gdLst/>
              <a:ahLst/>
              <a:cxnLst/>
              <a:rect r="r" b="b" t="t" l="l"/>
              <a:pathLst>
                <a:path h="755904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55904"/>
                  </a:lnTo>
                  <a:lnTo>
                    <a:pt x="0" y="7559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280" r="0" b="-8828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364480" cy="7940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PAGE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778240" y="7556630"/>
            <a:ext cx="8961120" cy="512064"/>
            <a:chOff x="0" y="0"/>
            <a:chExt cx="1194816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C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https://gen-ai-resume-interview-app-fronten.vercel.app/login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DAHG0e5FI5M</dc:identifier>
  <dcterms:modified xsi:type="dcterms:W3CDTF">2011-08-01T06:04:30Z</dcterms:modified>
  <cp:revision>1</cp:revision>
  <dc:title>GenAI_CanvaStyle_PPT.pptx</dc:title>
</cp:coreProperties>
</file>